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omments/modernComment_158_C9554A92.xml" ContentType="application/vnd.ms-powerpoint.comment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omments/modernComment_14C_1F8F467F.xml" ContentType="application/vnd.ms-powerpoint.comment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omments/modernComment_7FFFFF7D_FEB7F2DA.xml" ContentType="application/vnd.ms-powerpoint.comments+xml"/>
  <Override PartName="/ppt/tags/tag18.xml" ContentType="application/vnd.openxmlformats-officedocument.presentationml.tags+xml"/>
  <Override PartName="/ppt/comments/modernComment_7FFFFF7E_DD93CAC5.xml" ContentType="application/vnd.ms-powerpoint.comment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1"/>
  </p:notesMasterIdLst>
  <p:sldIdLst>
    <p:sldId id="2147483454" r:id="rId6"/>
    <p:sldId id="401" r:id="rId7"/>
    <p:sldId id="2147483503" r:id="rId8"/>
    <p:sldId id="398" r:id="rId9"/>
    <p:sldId id="342" r:id="rId10"/>
    <p:sldId id="2147483534" r:id="rId11"/>
    <p:sldId id="2147483535" r:id="rId12"/>
    <p:sldId id="344" r:id="rId13"/>
    <p:sldId id="2147483528" r:id="rId14"/>
    <p:sldId id="373" r:id="rId15"/>
    <p:sldId id="2147483536" r:id="rId16"/>
    <p:sldId id="2147483531" r:id="rId17"/>
    <p:sldId id="2147483532" r:id="rId18"/>
    <p:sldId id="332" r:id="rId19"/>
    <p:sldId id="333" r:id="rId20"/>
    <p:sldId id="2147483517" r:id="rId21"/>
    <p:sldId id="2147483518" r:id="rId22"/>
    <p:sldId id="2147483520" r:id="rId23"/>
    <p:sldId id="334" r:id="rId24"/>
    <p:sldId id="2147483537" r:id="rId25"/>
    <p:sldId id="335" r:id="rId26"/>
    <p:sldId id="336" r:id="rId27"/>
    <p:sldId id="2147483533" r:id="rId28"/>
    <p:sldId id="345" r:id="rId29"/>
    <p:sldId id="2147483504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C38D0D-A1F3-0C84-5DE0-311895828AD4}" name="Sagar Bajaj" initials="SB" userId="S::Sagar.61087088@ltimindtree.com::1b5b6609-a45e-4214-810b-a013dc5e87b2" providerId="AD"/>
  <p188:author id="{DC414936-F6D5-C21D-9C9B-8252C6EABAFE}" name="Geetanjali Sarna1" initials="GS" userId="S::Geetanjali.10724090@ltimindtree.com::1857b76c-4d30-4535-8fb3-dd648a6aed52" providerId="AD"/>
  <p188:author id="{BDD14ACA-A09E-719E-AD54-62594F91D503}" name="Gupta, Kamal" initials="GK" userId="S::kamal.gupta@unilever.com::9d9f0c1a-8b38-4c00-9842-96081a0c3c9d" providerId="AD"/>
  <p188:author id="{E1B02DFA-7396-CDF6-6C56-36BC299F063C}" name="Ramachandran Seetharaman" initials="RS" userId="S::Ramachandran.Seetharaman@unilever.com::a50d40ed-3400-43b9-b90e-bc85e42f7a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F9AE3"/>
    <a:srgbClr val="F1F1F1"/>
    <a:srgbClr val="1F36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F719EB-3558-7512-5A69-82C77601D016}" v="800" dt="2024-08-10T08:16:22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gs" Target="tags/tag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omments/modernComment_7FFFFF7D_FEB7F2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0F8994-1E69-4CB5-9BA6-12B994E9A5AB}" authorId="{BDD14ACA-A09E-719E-AD54-62594F91D503}" created="2024-08-10T08:08:24.714">
    <pc:sldMkLst xmlns:pc="http://schemas.microsoft.com/office/powerpoint/2013/main/command">
      <pc:docMk/>
      <pc:sldMk cId="4273468122" sldId="2147483517"/>
    </pc:sldMkLst>
    <p188:txBody>
      <a:bodyPr/>
      <a:lstStyle/>
      <a:p>
        <a:r>
          <a:rPr lang="en-US"/>
          <a:t>[@Sarna, Geetanjali] , [@Srivastava, Saakshi] Mapping of selling category to DT is not mentioned. I guess this has to be do with checking selling categories at company level</a:t>
        </a:r>
      </a:p>
    </p188:txBody>
  </p188:cm>
  <p188:cm id="{B74760C3-4E8F-4050-8F71-1A7241796DD7}" authorId="{BDD14ACA-A09E-719E-AD54-62594F91D503}" created="2024-08-10T08:08:42.371">
    <pc:sldMkLst xmlns:pc="http://schemas.microsoft.com/office/powerpoint/2013/main/command">
      <pc:docMk/>
      <pc:sldMk cId="4273468122" sldId="2147483517"/>
    </pc:sldMkLst>
    <p188:txBody>
      <a:bodyPr/>
      <a:lstStyle/>
      <a:p>
        <a:r>
          <a:rPr lang="en-US"/>
          <a:t>In distributor tab, you can map selling category to DT</a:t>
        </a:r>
      </a:p>
    </p188:txBody>
  </p188:cm>
</p188:cmLst>
</file>

<file path=ppt/comments/modernComment_7FFFFF7E_DD93CA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83307D-4295-40C5-AF5F-AEFBED80977A}" authorId="{BDD14ACA-A09E-719E-AD54-62594F91D503}" created="2024-08-10T08:10:46.001">
    <pc:sldMkLst xmlns:pc="http://schemas.microsoft.com/office/powerpoint/2013/main/command">
      <pc:docMk/>
      <pc:sldMk cId="3717450437" sldId="2147483518"/>
    </pc:sldMkLst>
    <p188:txBody>
      <a:bodyPr/>
      <a:lstStyle/>
      <a:p>
        <a:r>
          <a:rPr lang="en-US"/>
          <a:t>[@Sarna, Geetanjali] , [@Srivastava, Saakshi] Do mention about Analysis 1 visible in Company Mapping, selling category sub tab. 
How to map selling categories at different levels of Product hierarchy. Also, do we need to create a separate document, as this is irrelevant for a DT and will be setup by HQ user only</a:t>
        </a:r>
      </a:p>
    </p188:txBody>
  </p188:cm>
</p188:cmLst>
</file>

<file path=ppt/comments/modernComment_14C_1F8F46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D9E869-5E43-4D6D-BC13-EF74244F1064}" authorId="{BDD14ACA-A09E-719E-AD54-62594F91D503}" created="2024-08-10T08:04:06.4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29483391" sldId="332"/>
      <ac:spMk id="6" creationId="{FD1E2E78-BF04-31E0-488B-A26FF302EFAF}"/>
      <ac:txMk cp="99" len="50">
        <ac:context len="150" hash="173388695"/>
      </ac:txMk>
    </ac:txMkLst>
    <p188:pos x="4053416" y="730250"/>
    <p188:txBody>
      <a:bodyPr/>
      <a:lstStyle/>
      <a:p>
        <a:r>
          <a:rPr lang="en-US"/>
          <a:t>[@Sarna, Geetanjali] , [@Srivastava, Saakshi] not able to see it in DCODE</a:t>
        </a:r>
      </a:p>
    </p188:txBody>
  </p188:cm>
</p188:cmLst>
</file>

<file path=ppt/comments/modernComment_158_C9554A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F6D0F6-5249-4980-88B1-21C4526FACD7}" authorId="{BDD14ACA-A09E-719E-AD54-62594F91D503}" created="2024-08-10T07:27:43.7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7810066" sldId="344"/>
      <ac:spMk id="7" creationId="{B819CF77-9A93-E5E9-74D3-B343A02B32D2}"/>
    </ac:deMkLst>
    <p188:txBody>
      <a:bodyPr/>
      <a:lstStyle/>
      <a:p>
        <a:r>
          <a:rPr lang="en-US"/>
          <a:t>[@Sarna, Geetanjali] , [@Srivastava, Saakshi] Do add details in this tab as it is very important tab to setup PJP.  Please add simulations/examples here so that the user knows how he/she can create PJPs</a:t>
        </a:r>
      </a:p>
    </p188:txBody>
  </p188:cm>
  <p188:cm id="{F6409388-7408-4D5D-84C9-C7558C2443AE}" authorId="{BDD14ACA-A09E-719E-AD54-62594F91D503}" created="2024-08-10T07:35:56.3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77810066" sldId="344"/>
      <ac:spMk id="7" creationId="{B819CF77-9A93-E5E9-74D3-B343A02B32D2}"/>
      <ac:txMk cp="592" len="149">
        <ac:context len="1199" hash="3008509643"/>
      </ac:txMk>
    </ac:txMkLst>
    <p188:pos x="529166" y="2106083"/>
    <p188:replyLst>
      <p188:reply id="{6C87F596-AE34-42D6-85BB-1E4E77288F24}" authorId="{DC414936-F6D5-C21D-9C9B-8252C6EABAFE}" created="2024-08-12T04:33:16.619">
        <p188:txBody>
          <a:bodyPr/>
          <a:lstStyle/>
          <a:p>
            <a:r>
              <a:rPr lang="en-IN"/>
              <a:t>@ Centegy team to confirm </a:t>
            </a:r>
          </a:p>
        </p188:txBody>
      </p188:reply>
    </p188:replyLst>
    <p188:txBody>
      <a:bodyPr/>
      <a:lstStyle/>
      <a:p>
        <a:r>
          <a:rPr lang="en-US"/>
          <a:t>I think this is incorrect but do double check. If i define repeat days as 1 and week day first as monday, tuesday. then PJP would be repeated first monday &amp; tueday of every month</a:t>
        </a:r>
      </a:p>
    </p188:txBody>
  </p188:cm>
  <p188:cm id="{39F11A02-2488-477C-98D7-2CC8A50E9E3E}" authorId="{BDD14ACA-A09E-719E-AD54-62594F91D503}" created="2024-08-10T07:39:35.5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7810066" sldId="344"/>
      <ac:spMk id="7" creationId="{B819CF77-9A93-E5E9-74D3-B343A02B32D2}"/>
    </ac:deMkLst>
    <p188:txBody>
      <a:bodyPr/>
      <a:lstStyle/>
      <a:p>
        <a:r>
          <a:rPr lang="en-US"/>
          <a:t>[@Sarna, Geetanjali] , [@Srivastava, Saakshi] 
How would the user setup PJPs where frequency is daily, 3*weekly, 2*weekly, Fortnightly,3 Weeks Once,4 Weeks Once, 6 Weeks Once. Do add simulation/examples.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75E65B-BC61-4E06-897B-99C543009CFC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09601D-4F64-4FEF-A139-69095B5978F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0EAC5BBD-11FD-4478-B15F-141C26CA5809}" type="parTrans" cxnId="{EBE5D9B3-89E6-45A8-BDB0-6F865A6BBEDF}">
      <dgm:prSet/>
      <dgm:spPr/>
      <dgm:t>
        <a:bodyPr/>
        <a:lstStyle/>
        <a:p>
          <a:endParaRPr lang="en-US"/>
        </a:p>
      </dgm:t>
    </dgm:pt>
    <dgm:pt modelId="{FAB66E65-EFBC-4813-80FD-A26F7A949AE1}" type="sibTrans" cxnId="{EBE5D9B3-89E6-45A8-BDB0-6F865A6BBEDF}">
      <dgm:prSet/>
      <dgm:spPr/>
      <dgm:t>
        <a:bodyPr/>
        <a:lstStyle/>
        <a:p>
          <a:endParaRPr lang="en-US"/>
        </a:p>
      </dgm:t>
    </dgm:pt>
    <dgm:pt modelId="{1439B753-C30D-4244-9829-440F98A3B2F2}">
      <dgm:prSet phldrT="[Text]"/>
      <dgm:spPr/>
      <dgm:t>
        <a:bodyPr/>
        <a:lstStyle/>
        <a:p>
          <a:r>
            <a:rPr lang="en-ID" dirty="0"/>
            <a:t>Section – Create/Update</a:t>
          </a:r>
          <a:endParaRPr lang="en-US" dirty="0"/>
        </a:p>
      </dgm:t>
    </dgm:pt>
    <dgm:pt modelId="{FD53D2F2-8233-4734-BE41-6D5F010D0617}" type="parTrans" cxnId="{9495A077-7562-482D-BE81-D4B4109D3239}">
      <dgm:prSet/>
      <dgm:spPr/>
      <dgm:t>
        <a:bodyPr/>
        <a:lstStyle/>
        <a:p>
          <a:endParaRPr lang="en-US"/>
        </a:p>
      </dgm:t>
    </dgm:pt>
    <dgm:pt modelId="{725FDC2B-C320-43E1-B44B-7FB8F2A05CC3}" type="sibTrans" cxnId="{9495A077-7562-482D-BE81-D4B4109D3239}">
      <dgm:prSet/>
      <dgm:spPr/>
      <dgm:t>
        <a:bodyPr/>
        <a:lstStyle/>
        <a:p>
          <a:endParaRPr lang="en-US"/>
        </a:p>
      </dgm:t>
    </dgm:pt>
    <dgm:pt modelId="{1DE3E56B-CE53-4307-8D20-AE41561CECDB}">
      <dgm:prSet phldrT="[Text]"/>
      <dgm:spPr/>
      <dgm:t>
        <a:bodyPr/>
        <a:lstStyle/>
        <a:p>
          <a:r>
            <a:rPr lang="en-ID" dirty="0"/>
            <a:t>Selling Category – Create/Update</a:t>
          </a:r>
          <a:endParaRPr lang="en-US" dirty="0"/>
        </a:p>
      </dgm:t>
    </dgm:pt>
    <dgm:pt modelId="{39224038-E738-4E11-B020-251616A54339}" type="parTrans" cxnId="{85CBBFB8-D594-41CD-A06F-3776D46ED959}">
      <dgm:prSet/>
      <dgm:spPr/>
      <dgm:t>
        <a:bodyPr/>
        <a:lstStyle/>
        <a:p>
          <a:endParaRPr lang="en-IN"/>
        </a:p>
      </dgm:t>
    </dgm:pt>
    <dgm:pt modelId="{CC543B60-9398-4CB2-B8B6-A2CDA1046B6A}" type="sibTrans" cxnId="{85CBBFB8-D594-41CD-A06F-3776D46ED959}">
      <dgm:prSet/>
      <dgm:spPr/>
      <dgm:t>
        <a:bodyPr/>
        <a:lstStyle/>
        <a:p>
          <a:endParaRPr lang="en-IN"/>
        </a:p>
      </dgm:t>
    </dgm:pt>
    <dgm:pt modelId="{FB21F13D-53E2-48CE-AB9A-AB3479E6C7BB}">
      <dgm:prSet phldrT="[Text]"/>
      <dgm:spPr/>
      <dgm:t>
        <a:bodyPr/>
        <a:lstStyle/>
        <a:p>
          <a:r>
            <a:rPr lang="en-US" dirty="0"/>
            <a:t>Introduction &amp; Pre-Requisites</a:t>
          </a:r>
        </a:p>
      </dgm:t>
    </dgm:pt>
    <dgm:pt modelId="{6254C366-D7CD-4F96-9971-B0278E0C24FD}" type="parTrans" cxnId="{72DFD581-4059-4445-BEFC-28574A1930A3}">
      <dgm:prSet/>
      <dgm:spPr/>
      <dgm:t>
        <a:bodyPr/>
        <a:lstStyle/>
        <a:p>
          <a:endParaRPr lang="en-IN"/>
        </a:p>
      </dgm:t>
    </dgm:pt>
    <dgm:pt modelId="{145EEF6A-76F3-49E8-A847-91E012FF350F}" type="sibTrans" cxnId="{72DFD581-4059-4445-BEFC-28574A1930A3}">
      <dgm:prSet/>
      <dgm:spPr/>
      <dgm:t>
        <a:bodyPr/>
        <a:lstStyle/>
        <a:p>
          <a:endParaRPr lang="en-IN"/>
        </a:p>
      </dgm:t>
    </dgm:pt>
    <dgm:pt modelId="{7C51BEDB-20ED-4A51-9100-A5129C1EF37A}">
      <dgm:prSet phldrT="[Text]"/>
      <dgm:spPr/>
      <dgm:t>
        <a:bodyPr/>
        <a:lstStyle/>
        <a:p>
          <a:r>
            <a:rPr lang="en-ID" dirty="0"/>
            <a:t>PJP Creation</a:t>
          </a:r>
          <a:endParaRPr lang="en-US" dirty="0"/>
        </a:p>
      </dgm:t>
    </dgm:pt>
    <dgm:pt modelId="{F096A4CE-93AB-480F-BDBB-3F41A7A84677}" type="parTrans" cxnId="{539B0B62-EFC6-4EF9-A884-43E135DD19F6}">
      <dgm:prSet/>
      <dgm:spPr/>
      <dgm:t>
        <a:bodyPr/>
        <a:lstStyle/>
        <a:p>
          <a:endParaRPr lang="en-US"/>
        </a:p>
      </dgm:t>
    </dgm:pt>
    <dgm:pt modelId="{EAA8D6F5-B98F-4580-A206-46D8C3E34147}" type="sibTrans" cxnId="{539B0B62-EFC6-4EF9-A884-43E135DD19F6}">
      <dgm:prSet/>
      <dgm:spPr/>
      <dgm:t>
        <a:bodyPr/>
        <a:lstStyle/>
        <a:p>
          <a:endParaRPr lang="en-US"/>
        </a:p>
      </dgm:t>
    </dgm:pt>
    <dgm:pt modelId="{C76E1574-1876-4423-BB41-FAD5C2318BF3}">
      <dgm:prSet phldrT="[Text]"/>
      <dgm:spPr/>
      <dgm:t>
        <a:bodyPr/>
        <a:lstStyle/>
        <a:p>
          <a:r>
            <a:rPr lang="en-US" dirty="0"/>
            <a:t>PJP Creation – Approval</a:t>
          </a:r>
        </a:p>
      </dgm:t>
    </dgm:pt>
    <dgm:pt modelId="{B2FC67F1-8944-47B0-886B-9E122C2D245C}" type="parTrans" cxnId="{E36C1F7C-7AAD-4BFD-BFE9-C619883C1D76}">
      <dgm:prSet/>
      <dgm:spPr/>
      <dgm:t>
        <a:bodyPr/>
        <a:lstStyle/>
        <a:p>
          <a:endParaRPr lang="en-US"/>
        </a:p>
      </dgm:t>
    </dgm:pt>
    <dgm:pt modelId="{3C4A458D-8552-4A59-92BD-49E0319D467B}" type="sibTrans" cxnId="{E36C1F7C-7AAD-4BFD-BFE9-C619883C1D76}">
      <dgm:prSet/>
      <dgm:spPr/>
      <dgm:t>
        <a:bodyPr/>
        <a:lstStyle/>
        <a:p>
          <a:endParaRPr lang="en-US"/>
        </a:p>
      </dgm:t>
    </dgm:pt>
    <dgm:pt modelId="{C3C1329E-8B7A-47E0-90C2-628C0F904E1B}">
      <dgm:prSet phldrT="[Text]"/>
      <dgm:spPr/>
      <dgm:t>
        <a:bodyPr/>
        <a:lstStyle/>
        <a:p>
          <a:r>
            <a:rPr lang="en-US" dirty="0"/>
            <a:t>PJP Header – Update</a:t>
          </a:r>
        </a:p>
      </dgm:t>
    </dgm:pt>
    <dgm:pt modelId="{424F8D02-7674-45E8-90D5-33C15325C506}" type="parTrans" cxnId="{4B46FCF0-26A1-4FCF-AFE8-6A915748BC36}">
      <dgm:prSet/>
      <dgm:spPr/>
      <dgm:t>
        <a:bodyPr/>
        <a:lstStyle/>
        <a:p>
          <a:endParaRPr lang="en-US"/>
        </a:p>
      </dgm:t>
    </dgm:pt>
    <dgm:pt modelId="{FD8581E1-FD6F-4F16-9C99-79F1560DD45B}" type="sibTrans" cxnId="{4B46FCF0-26A1-4FCF-AFE8-6A915748BC36}">
      <dgm:prSet/>
      <dgm:spPr/>
      <dgm:t>
        <a:bodyPr/>
        <a:lstStyle/>
        <a:p>
          <a:endParaRPr lang="en-US"/>
        </a:p>
      </dgm:t>
    </dgm:pt>
    <dgm:pt modelId="{49499AEA-154F-4C4D-8197-2212A8BD69FA}">
      <dgm:prSet phldrT="[Text]"/>
      <dgm:spPr/>
      <dgm:t>
        <a:bodyPr/>
        <a:lstStyle/>
        <a:p>
          <a:r>
            <a:rPr lang="en-US" dirty="0"/>
            <a:t>PJP Configuration – Update</a:t>
          </a:r>
        </a:p>
      </dgm:t>
    </dgm:pt>
    <dgm:pt modelId="{22C0C11E-FE30-45F2-8012-A9C5B567F86F}" type="parTrans" cxnId="{F2E83573-D387-4B40-B081-99FFB03D5C3F}">
      <dgm:prSet/>
      <dgm:spPr/>
      <dgm:t>
        <a:bodyPr/>
        <a:lstStyle/>
        <a:p>
          <a:endParaRPr lang="en-US"/>
        </a:p>
      </dgm:t>
    </dgm:pt>
    <dgm:pt modelId="{C78C7DCF-4D08-4F68-89EE-5557424C12F3}" type="sibTrans" cxnId="{F2E83573-D387-4B40-B081-99FFB03D5C3F}">
      <dgm:prSet/>
      <dgm:spPr/>
      <dgm:t>
        <a:bodyPr/>
        <a:lstStyle/>
        <a:p>
          <a:endParaRPr lang="en-US"/>
        </a:p>
      </dgm:t>
    </dgm:pt>
    <dgm:pt modelId="{68A64617-EDF6-49FB-819F-A7E9D15AFBB8}">
      <dgm:prSet phldrT="[Text]"/>
      <dgm:spPr/>
      <dgm:t>
        <a:bodyPr/>
        <a:lstStyle/>
        <a:p>
          <a:r>
            <a:rPr lang="en-US" dirty="0"/>
            <a:t>Conclusion</a:t>
          </a:r>
        </a:p>
      </dgm:t>
    </dgm:pt>
    <dgm:pt modelId="{336C3625-6480-46F2-96C3-47C26D4DA5B0}" type="parTrans" cxnId="{11C76F4B-9F65-4642-A0EA-A034994A5E8E}">
      <dgm:prSet/>
      <dgm:spPr/>
      <dgm:t>
        <a:bodyPr/>
        <a:lstStyle/>
        <a:p>
          <a:endParaRPr lang="en-US"/>
        </a:p>
      </dgm:t>
    </dgm:pt>
    <dgm:pt modelId="{98BA4EDE-A37D-4A6D-9409-B86076562BC7}" type="sibTrans" cxnId="{11C76F4B-9F65-4642-A0EA-A034994A5E8E}">
      <dgm:prSet/>
      <dgm:spPr/>
      <dgm:t>
        <a:bodyPr/>
        <a:lstStyle/>
        <a:p>
          <a:endParaRPr lang="en-US"/>
        </a:p>
      </dgm:t>
    </dgm:pt>
    <dgm:pt modelId="{9D1C437F-33D8-4D71-8C7D-997A675F7235}" type="pres">
      <dgm:prSet presAssocID="{8D75E65B-BC61-4E06-897B-99C543009CFC}" presName="vert0" presStyleCnt="0">
        <dgm:presLayoutVars>
          <dgm:dir/>
          <dgm:animOne val="branch"/>
          <dgm:animLvl val="lvl"/>
        </dgm:presLayoutVars>
      </dgm:prSet>
      <dgm:spPr/>
    </dgm:pt>
    <dgm:pt modelId="{BB2DFE28-FB7A-446B-B8CA-EC485AE2807E}" type="pres">
      <dgm:prSet presAssocID="{2F09601D-4F64-4FEF-A139-69095B5978F8}" presName="thickLine" presStyleLbl="alignNode1" presStyleIdx="0" presStyleCnt="1"/>
      <dgm:spPr/>
    </dgm:pt>
    <dgm:pt modelId="{F8CA9172-6A38-4B9E-8729-3B0DE4AECF7F}" type="pres">
      <dgm:prSet presAssocID="{2F09601D-4F64-4FEF-A139-69095B5978F8}" presName="horz1" presStyleCnt="0"/>
      <dgm:spPr/>
    </dgm:pt>
    <dgm:pt modelId="{D5D6D25A-5736-4A7D-A201-8B27A280A7A5}" type="pres">
      <dgm:prSet presAssocID="{2F09601D-4F64-4FEF-A139-69095B5978F8}" presName="tx1" presStyleLbl="revTx" presStyleIdx="0" presStyleCnt="9" custScaleX="56995"/>
      <dgm:spPr/>
    </dgm:pt>
    <dgm:pt modelId="{609F4D7B-14A7-450F-8D00-938EAFD943AF}" type="pres">
      <dgm:prSet presAssocID="{2F09601D-4F64-4FEF-A139-69095B5978F8}" presName="vert1" presStyleCnt="0"/>
      <dgm:spPr/>
    </dgm:pt>
    <dgm:pt modelId="{8AD074F1-4105-482A-BF6C-B108DAF6AC60}" type="pres">
      <dgm:prSet presAssocID="{FB21F13D-53E2-48CE-AB9A-AB3479E6C7BB}" presName="vertSpace2a" presStyleCnt="0"/>
      <dgm:spPr/>
    </dgm:pt>
    <dgm:pt modelId="{52A280A6-9041-4A5A-8540-8733B175C1A8}" type="pres">
      <dgm:prSet presAssocID="{FB21F13D-53E2-48CE-AB9A-AB3479E6C7BB}" presName="horz2" presStyleCnt="0"/>
      <dgm:spPr/>
    </dgm:pt>
    <dgm:pt modelId="{979D9825-59DB-4FA3-B0ED-3DC2AE523131}" type="pres">
      <dgm:prSet presAssocID="{FB21F13D-53E2-48CE-AB9A-AB3479E6C7BB}" presName="horzSpace2" presStyleCnt="0"/>
      <dgm:spPr/>
    </dgm:pt>
    <dgm:pt modelId="{AB2B7901-2494-4177-8E45-224EF9CA8563}" type="pres">
      <dgm:prSet presAssocID="{FB21F13D-53E2-48CE-AB9A-AB3479E6C7BB}" presName="tx2" presStyleLbl="revTx" presStyleIdx="1" presStyleCnt="9"/>
      <dgm:spPr/>
    </dgm:pt>
    <dgm:pt modelId="{11152561-5FF2-4B65-A175-E48AF172F736}" type="pres">
      <dgm:prSet presAssocID="{FB21F13D-53E2-48CE-AB9A-AB3479E6C7BB}" presName="vert2" presStyleCnt="0"/>
      <dgm:spPr/>
    </dgm:pt>
    <dgm:pt modelId="{710C37A5-B632-4A83-BB99-49562873C1EA}" type="pres">
      <dgm:prSet presAssocID="{FB21F13D-53E2-48CE-AB9A-AB3479E6C7BB}" presName="thinLine2b" presStyleLbl="callout" presStyleIdx="0" presStyleCnt="8"/>
      <dgm:spPr/>
    </dgm:pt>
    <dgm:pt modelId="{E13178B3-412A-493B-9540-B4A13785BCD3}" type="pres">
      <dgm:prSet presAssocID="{FB21F13D-53E2-48CE-AB9A-AB3479E6C7BB}" presName="vertSpace2b" presStyleCnt="0"/>
      <dgm:spPr/>
    </dgm:pt>
    <dgm:pt modelId="{9D956B2D-BA0B-44A3-B0E8-357BB34648FA}" type="pres">
      <dgm:prSet presAssocID="{7C51BEDB-20ED-4A51-9100-A5129C1EF37A}" presName="horz2" presStyleCnt="0"/>
      <dgm:spPr/>
    </dgm:pt>
    <dgm:pt modelId="{4964A297-5B2B-4AD7-966E-D572D958BB71}" type="pres">
      <dgm:prSet presAssocID="{7C51BEDB-20ED-4A51-9100-A5129C1EF37A}" presName="horzSpace2" presStyleCnt="0"/>
      <dgm:spPr/>
    </dgm:pt>
    <dgm:pt modelId="{CAA49A4A-4683-4523-B579-AA174C5C8DFB}" type="pres">
      <dgm:prSet presAssocID="{7C51BEDB-20ED-4A51-9100-A5129C1EF37A}" presName="tx2" presStyleLbl="revTx" presStyleIdx="2" presStyleCnt="9"/>
      <dgm:spPr/>
    </dgm:pt>
    <dgm:pt modelId="{960D6B40-4FC0-407E-8FDF-55E0084789B3}" type="pres">
      <dgm:prSet presAssocID="{7C51BEDB-20ED-4A51-9100-A5129C1EF37A}" presName="vert2" presStyleCnt="0"/>
      <dgm:spPr/>
    </dgm:pt>
    <dgm:pt modelId="{9575BB3C-CB44-41ED-B4BD-F3335B9AA6EA}" type="pres">
      <dgm:prSet presAssocID="{7C51BEDB-20ED-4A51-9100-A5129C1EF37A}" presName="thinLine2b" presStyleLbl="callout" presStyleIdx="1" presStyleCnt="8"/>
      <dgm:spPr/>
    </dgm:pt>
    <dgm:pt modelId="{547C62E0-7A1F-4742-A7DC-45A4A87E18E1}" type="pres">
      <dgm:prSet presAssocID="{7C51BEDB-20ED-4A51-9100-A5129C1EF37A}" presName="vertSpace2b" presStyleCnt="0"/>
      <dgm:spPr/>
    </dgm:pt>
    <dgm:pt modelId="{0B9929A0-6C1F-446D-A1F9-A6D9C4C75F0E}" type="pres">
      <dgm:prSet presAssocID="{C76E1574-1876-4423-BB41-FAD5C2318BF3}" presName="horz2" presStyleCnt="0"/>
      <dgm:spPr/>
    </dgm:pt>
    <dgm:pt modelId="{D4CD6645-B1CB-4466-8990-42309399A22E}" type="pres">
      <dgm:prSet presAssocID="{C76E1574-1876-4423-BB41-FAD5C2318BF3}" presName="horzSpace2" presStyleCnt="0"/>
      <dgm:spPr/>
    </dgm:pt>
    <dgm:pt modelId="{FF86E5DB-B3CD-4687-9699-59815E387D7E}" type="pres">
      <dgm:prSet presAssocID="{C76E1574-1876-4423-BB41-FAD5C2318BF3}" presName="tx2" presStyleLbl="revTx" presStyleIdx="3" presStyleCnt="9"/>
      <dgm:spPr/>
    </dgm:pt>
    <dgm:pt modelId="{879F4746-38ED-4BEE-BA71-BA213A55553C}" type="pres">
      <dgm:prSet presAssocID="{C76E1574-1876-4423-BB41-FAD5C2318BF3}" presName="vert2" presStyleCnt="0"/>
      <dgm:spPr/>
    </dgm:pt>
    <dgm:pt modelId="{50B24B5E-5653-4AE2-942A-745C6F5DE3B7}" type="pres">
      <dgm:prSet presAssocID="{C76E1574-1876-4423-BB41-FAD5C2318BF3}" presName="thinLine2b" presStyleLbl="callout" presStyleIdx="2" presStyleCnt="8"/>
      <dgm:spPr/>
    </dgm:pt>
    <dgm:pt modelId="{38C5207D-6CF0-4200-BA83-9DF2F80FFE75}" type="pres">
      <dgm:prSet presAssocID="{C76E1574-1876-4423-BB41-FAD5C2318BF3}" presName="vertSpace2b" presStyleCnt="0"/>
      <dgm:spPr/>
    </dgm:pt>
    <dgm:pt modelId="{DFCA54D4-530C-46C9-A473-BF5DE660B8A6}" type="pres">
      <dgm:prSet presAssocID="{C3C1329E-8B7A-47E0-90C2-628C0F904E1B}" presName="horz2" presStyleCnt="0"/>
      <dgm:spPr/>
    </dgm:pt>
    <dgm:pt modelId="{AA1EABFD-4EDD-4E79-B89C-CAA346A408DD}" type="pres">
      <dgm:prSet presAssocID="{C3C1329E-8B7A-47E0-90C2-628C0F904E1B}" presName="horzSpace2" presStyleCnt="0"/>
      <dgm:spPr/>
    </dgm:pt>
    <dgm:pt modelId="{88022483-267C-4570-879A-E21F4763EB61}" type="pres">
      <dgm:prSet presAssocID="{C3C1329E-8B7A-47E0-90C2-628C0F904E1B}" presName="tx2" presStyleLbl="revTx" presStyleIdx="4" presStyleCnt="9"/>
      <dgm:spPr/>
    </dgm:pt>
    <dgm:pt modelId="{92611DEE-3DFA-4E58-BEA5-0DBA539A7FB3}" type="pres">
      <dgm:prSet presAssocID="{C3C1329E-8B7A-47E0-90C2-628C0F904E1B}" presName="vert2" presStyleCnt="0"/>
      <dgm:spPr/>
    </dgm:pt>
    <dgm:pt modelId="{0F6BBAB4-1272-455D-AF2A-5C535B719CDC}" type="pres">
      <dgm:prSet presAssocID="{C3C1329E-8B7A-47E0-90C2-628C0F904E1B}" presName="thinLine2b" presStyleLbl="callout" presStyleIdx="3" presStyleCnt="8"/>
      <dgm:spPr/>
    </dgm:pt>
    <dgm:pt modelId="{79AB9C1E-AA2B-4568-930A-53100131E749}" type="pres">
      <dgm:prSet presAssocID="{C3C1329E-8B7A-47E0-90C2-628C0F904E1B}" presName="vertSpace2b" presStyleCnt="0"/>
      <dgm:spPr/>
    </dgm:pt>
    <dgm:pt modelId="{2D3A4CD6-8BB8-45EF-9B8F-FFBA476A384E}" type="pres">
      <dgm:prSet presAssocID="{49499AEA-154F-4C4D-8197-2212A8BD69FA}" presName="horz2" presStyleCnt="0"/>
      <dgm:spPr/>
    </dgm:pt>
    <dgm:pt modelId="{C02FF5A8-7B08-4A9C-A297-10AA22E2376E}" type="pres">
      <dgm:prSet presAssocID="{49499AEA-154F-4C4D-8197-2212A8BD69FA}" presName="horzSpace2" presStyleCnt="0"/>
      <dgm:spPr/>
    </dgm:pt>
    <dgm:pt modelId="{02BF61F5-C042-43D0-8915-4BD7CCA0CEEB}" type="pres">
      <dgm:prSet presAssocID="{49499AEA-154F-4C4D-8197-2212A8BD69FA}" presName="tx2" presStyleLbl="revTx" presStyleIdx="5" presStyleCnt="9"/>
      <dgm:spPr/>
    </dgm:pt>
    <dgm:pt modelId="{D7E8314D-D2F8-4E02-B376-B06096C649BF}" type="pres">
      <dgm:prSet presAssocID="{49499AEA-154F-4C4D-8197-2212A8BD69FA}" presName="vert2" presStyleCnt="0"/>
      <dgm:spPr/>
    </dgm:pt>
    <dgm:pt modelId="{9A3C3139-D678-48AF-B695-481FF841F1EC}" type="pres">
      <dgm:prSet presAssocID="{49499AEA-154F-4C4D-8197-2212A8BD69FA}" presName="thinLine2b" presStyleLbl="callout" presStyleIdx="4" presStyleCnt="8"/>
      <dgm:spPr/>
    </dgm:pt>
    <dgm:pt modelId="{F4E81852-49B1-4DA4-9762-965CBE1C3797}" type="pres">
      <dgm:prSet presAssocID="{49499AEA-154F-4C4D-8197-2212A8BD69FA}" presName="vertSpace2b" presStyleCnt="0"/>
      <dgm:spPr/>
    </dgm:pt>
    <dgm:pt modelId="{90B6DB91-736F-4644-8611-D13799DC392D}" type="pres">
      <dgm:prSet presAssocID="{1DE3E56B-CE53-4307-8D20-AE41561CECDB}" presName="horz2" presStyleCnt="0"/>
      <dgm:spPr/>
    </dgm:pt>
    <dgm:pt modelId="{21063DAB-619A-426F-B0BD-53A14303B86C}" type="pres">
      <dgm:prSet presAssocID="{1DE3E56B-CE53-4307-8D20-AE41561CECDB}" presName="horzSpace2" presStyleCnt="0"/>
      <dgm:spPr/>
    </dgm:pt>
    <dgm:pt modelId="{068D1D3F-1952-46B5-92A6-9565E68D6A66}" type="pres">
      <dgm:prSet presAssocID="{1DE3E56B-CE53-4307-8D20-AE41561CECDB}" presName="tx2" presStyleLbl="revTx" presStyleIdx="6" presStyleCnt="9"/>
      <dgm:spPr/>
    </dgm:pt>
    <dgm:pt modelId="{1864BAFC-366B-4D3C-9228-C96357B18C40}" type="pres">
      <dgm:prSet presAssocID="{1DE3E56B-CE53-4307-8D20-AE41561CECDB}" presName="vert2" presStyleCnt="0"/>
      <dgm:spPr/>
    </dgm:pt>
    <dgm:pt modelId="{2219B9E0-4559-4A31-9E1F-4C9BFC584595}" type="pres">
      <dgm:prSet presAssocID="{1DE3E56B-CE53-4307-8D20-AE41561CECDB}" presName="thinLine2b" presStyleLbl="callout" presStyleIdx="5" presStyleCnt="8"/>
      <dgm:spPr/>
    </dgm:pt>
    <dgm:pt modelId="{3029BF51-9913-4CB3-8750-700DA0CEEFCB}" type="pres">
      <dgm:prSet presAssocID="{1DE3E56B-CE53-4307-8D20-AE41561CECDB}" presName="vertSpace2b" presStyleCnt="0"/>
      <dgm:spPr/>
    </dgm:pt>
    <dgm:pt modelId="{8C433F91-145F-4E84-A446-C19B84F2589D}" type="pres">
      <dgm:prSet presAssocID="{1439B753-C30D-4244-9829-440F98A3B2F2}" presName="horz2" presStyleCnt="0"/>
      <dgm:spPr/>
    </dgm:pt>
    <dgm:pt modelId="{D4DD82E4-08AF-4004-95A8-5E28F61059C3}" type="pres">
      <dgm:prSet presAssocID="{1439B753-C30D-4244-9829-440F98A3B2F2}" presName="horzSpace2" presStyleCnt="0"/>
      <dgm:spPr/>
    </dgm:pt>
    <dgm:pt modelId="{B67D7C48-C2BE-40E0-99A6-B0F0D00BC15A}" type="pres">
      <dgm:prSet presAssocID="{1439B753-C30D-4244-9829-440F98A3B2F2}" presName="tx2" presStyleLbl="revTx" presStyleIdx="7" presStyleCnt="9"/>
      <dgm:spPr/>
    </dgm:pt>
    <dgm:pt modelId="{02004864-006E-4F8B-845C-53F78AC403B9}" type="pres">
      <dgm:prSet presAssocID="{1439B753-C30D-4244-9829-440F98A3B2F2}" presName="vert2" presStyleCnt="0"/>
      <dgm:spPr/>
    </dgm:pt>
    <dgm:pt modelId="{283A51EE-126E-417A-B730-EC1BC9AC2765}" type="pres">
      <dgm:prSet presAssocID="{1439B753-C30D-4244-9829-440F98A3B2F2}" presName="thinLine2b" presStyleLbl="callout" presStyleIdx="6" presStyleCnt="8"/>
      <dgm:spPr/>
    </dgm:pt>
    <dgm:pt modelId="{8125EFD7-3480-4AE1-B37A-7BDF284F379C}" type="pres">
      <dgm:prSet presAssocID="{1439B753-C30D-4244-9829-440F98A3B2F2}" presName="vertSpace2b" presStyleCnt="0"/>
      <dgm:spPr/>
    </dgm:pt>
    <dgm:pt modelId="{C7C35FF8-C9E4-47FA-B4DE-BFBD33BF221B}" type="pres">
      <dgm:prSet presAssocID="{68A64617-EDF6-49FB-819F-A7E9D15AFBB8}" presName="horz2" presStyleCnt="0"/>
      <dgm:spPr/>
    </dgm:pt>
    <dgm:pt modelId="{A3300031-327A-44F7-837A-5002B0D10446}" type="pres">
      <dgm:prSet presAssocID="{68A64617-EDF6-49FB-819F-A7E9D15AFBB8}" presName="horzSpace2" presStyleCnt="0"/>
      <dgm:spPr/>
    </dgm:pt>
    <dgm:pt modelId="{1DCD8182-7882-4F7A-B910-7D833C2358CB}" type="pres">
      <dgm:prSet presAssocID="{68A64617-EDF6-49FB-819F-A7E9D15AFBB8}" presName="tx2" presStyleLbl="revTx" presStyleIdx="8" presStyleCnt="9"/>
      <dgm:spPr/>
    </dgm:pt>
    <dgm:pt modelId="{52188ED5-9A38-4618-A940-8CAA5C777DEF}" type="pres">
      <dgm:prSet presAssocID="{68A64617-EDF6-49FB-819F-A7E9D15AFBB8}" presName="vert2" presStyleCnt="0"/>
      <dgm:spPr/>
    </dgm:pt>
    <dgm:pt modelId="{7C9CB754-2CEA-44D6-9C46-4B8BE284B344}" type="pres">
      <dgm:prSet presAssocID="{68A64617-EDF6-49FB-819F-A7E9D15AFBB8}" presName="thinLine2b" presStyleLbl="callout" presStyleIdx="7" presStyleCnt="8"/>
      <dgm:spPr/>
    </dgm:pt>
    <dgm:pt modelId="{3935D0A4-7113-46F0-A0BF-EE5B0E46B784}" type="pres">
      <dgm:prSet presAssocID="{68A64617-EDF6-49FB-819F-A7E9D15AFBB8}" presName="vertSpace2b" presStyleCnt="0"/>
      <dgm:spPr/>
    </dgm:pt>
  </dgm:ptLst>
  <dgm:cxnLst>
    <dgm:cxn modelId="{491D4305-BE37-4DB2-9EF6-C316D57FC538}" type="presOf" srcId="{8D75E65B-BC61-4E06-897B-99C543009CFC}" destId="{9D1C437F-33D8-4D71-8C7D-997A675F7235}" srcOrd="0" destOrd="0" presId="urn:microsoft.com/office/officeart/2008/layout/LinedList"/>
    <dgm:cxn modelId="{C5B85E16-F6D3-40A6-BE7D-48D632C59B34}" type="presOf" srcId="{FB21F13D-53E2-48CE-AB9A-AB3479E6C7BB}" destId="{AB2B7901-2494-4177-8E45-224EF9CA8563}" srcOrd="0" destOrd="0" presId="urn:microsoft.com/office/officeart/2008/layout/LinedList"/>
    <dgm:cxn modelId="{ADFA3F1E-BD47-42F4-9AE9-5C7A2943EBA1}" type="presOf" srcId="{C3C1329E-8B7A-47E0-90C2-628C0F904E1B}" destId="{88022483-267C-4570-879A-E21F4763EB61}" srcOrd="0" destOrd="0" presId="urn:microsoft.com/office/officeart/2008/layout/LinedList"/>
    <dgm:cxn modelId="{8B2A2138-4D8C-4A40-9B82-17C46880DACF}" type="presOf" srcId="{2F09601D-4F64-4FEF-A139-69095B5978F8}" destId="{D5D6D25A-5736-4A7D-A201-8B27A280A7A5}" srcOrd="0" destOrd="0" presId="urn:microsoft.com/office/officeart/2008/layout/LinedList"/>
    <dgm:cxn modelId="{539B0B62-EFC6-4EF9-A884-43E135DD19F6}" srcId="{2F09601D-4F64-4FEF-A139-69095B5978F8}" destId="{7C51BEDB-20ED-4A51-9100-A5129C1EF37A}" srcOrd="1" destOrd="0" parTransId="{F096A4CE-93AB-480F-BDBB-3F41A7A84677}" sibTransId="{EAA8D6F5-B98F-4580-A206-46D8C3E34147}"/>
    <dgm:cxn modelId="{11C76F4B-9F65-4642-A0EA-A034994A5E8E}" srcId="{2F09601D-4F64-4FEF-A139-69095B5978F8}" destId="{68A64617-EDF6-49FB-819F-A7E9D15AFBB8}" srcOrd="7" destOrd="0" parTransId="{336C3625-6480-46F2-96C3-47C26D4DA5B0}" sibTransId="{98BA4EDE-A37D-4A6D-9409-B86076562BC7}"/>
    <dgm:cxn modelId="{F2E83573-D387-4B40-B081-99FFB03D5C3F}" srcId="{2F09601D-4F64-4FEF-A139-69095B5978F8}" destId="{49499AEA-154F-4C4D-8197-2212A8BD69FA}" srcOrd="4" destOrd="0" parTransId="{22C0C11E-FE30-45F2-8012-A9C5B567F86F}" sibTransId="{C78C7DCF-4D08-4F68-89EE-5557424C12F3}"/>
    <dgm:cxn modelId="{9495A077-7562-482D-BE81-D4B4109D3239}" srcId="{2F09601D-4F64-4FEF-A139-69095B5978F8}" destId="{1439B753-C30D-4244-9829-440F98A3B2F2}" srcOrd="6" destOrd="0" parTransId="{FD53D2F2-8233-4734-BE41-6D5F010D0617}" sibTransId="{725FDC2B-C320-43E1-B44B-7FB8F2A05CC3}"/>
    <dgm:cxn modelId="{E36C1F7C-7AAD-4BFD-BFE9-C619883C1D76}" srcId="{2F09601D-4F64-4FEF-A139-69095B5978F8}" destId="{C76E1574-1876-4423-BB41-FAD5C2318BF3}" srcOrd="2" destOrd="0" parTransId="{B2FC67F1-8944-47B0-886B-9E122C2D245C}" sibTransId="{3C4A458D-8552-4A59-92BD-49E0319D467B}"/>
    <dgm:cxn modelId="{9518DC7E-05B8-481F-B332-2C260C4FE192}" type="presOf" srcId="{1DE3E56B-CE53-4307-8D20-AE41561CECDB}" destId="{068D1D3F-1952-46B5-92A6-9565E68D6A66}" srcOrd="0" destOrd="0" presId="urn:microsoft.com/office/officeart/2008/layout/LinedList"/>
    <dgm:cxn modelId="{72DFD581-4059-4445-BEFC-28574A1930A3}" srcId="{2F09601D-4F64-4FEF-A139-69095B5978F8}" destId="{FB21F13D-53E2-48CE-AB9A-AB3479E6C7BB}" srcOrd="0" destOrd="0" parTransId="{6254C366-D7CD-4F96-9971-B0278E0C24FD}" sibTransId="{145EEF6A-76F3-49E8-A847-91E012FF350F}"/>
    <dgm:cxn modelId="{0CCFA185-4E83-4278-8836-D3BDEDDDABAE}" type="presOf" srcId="{68A64617-EDF6-49FB-819F-A7E9D15AFBB8}" destId="{1DCD8182-7882-4F7A-B910-7D833C2358CB}" srcOrd="0" destOrd="0" presId="urn:microsoft.com/office/officeart/2008/layout/LinedList"/>
    <dgm:cxn modelId="{67E3A3AF-91DB-4C73-895F-438F72CD5CF6}" type="presOf" srcId="{7C51BEDB-20ED-4A51-9100-A5129C1EF37A}" destId="{CAA49A4A-4683-4523-B579-AA174C5C8DFB}" srcOrd="0" destOrd="0" presId="urn:microsoft.com/office/officeart/2008/layout/LinedList"/>
    <dgm:cxn modelId="{EBE5D9B3-89E6-45A8-BDB0-6F865A6BBEDF}" srcId="{8D75E65B-BC61-4E06-897B-99C543009CFC}" destId="{2F09601D-4F64-4FEF-A139-69095B5978F8}" srcOrd="0" destOrd="0" parTransId="{0EAC5BBD-11FD-4478-B15F-141C26CA5809}" sibTransId="{FAB66E65-EFBC-4813-80FD-A26F7A949AE1}"/>
    <dgm:cxn modelId="{C2A4FBB4-2084-4DD5-807D-2A5775FAA508}" type="presOf" srcId="{1439B753-C30D-4244-9829-440F98A3B2F2}" destId="{B67D7C48-C2BE-40E0-99A6-B0F0D00BC15A}" srcOrd="0" destOrd="0" presId="urn:microsoft.com/office/officeart/2008/layout/LinedList"/>
    <dgm:cxn modelId="{85CBBFB8-D594-41CD-A06F-3776D46ED959}" srcId="{2F09601D-4F64-4FEF-A139-69095B5978F8}" destId="{1DE3E56B-CE53-4307-8D20-AE41561CECDB}" srcOrd="5" destOrd="0" parTransId="{39224038-E738-4E11-B020-251616A54339}" sibTransId="{CC543B60-9398-4CB2-B8B6-A2CDA1046B6A}"/>
    <dgm:cxn modelId="{17EF2BBA-64F6-4DFB-989A-695420F8CEBD}" type="presOf" srcId="{C76E1574-1876-4423-BB41-FAD5C2318BF3}" destId="{FF86E5DB-B3CD-4687-9699-59815E387D7E}" srcOrd="0" destOrd="0" presId="urn:microsoft.com/office/officeart/2008/layout/LinedList"/>
    <dgm:cxn modelId="{B875AED7-6D8C-4331-A762-B4D011FE7450}" type="presOf" srcId="{49499AEA-154F-4C4D-8197-2212A8BD69FA}" destId="{02BF61F5-C042-43D0-8915-4BD7CCA0CEEB}" srcOrd="0" destOrd="0" presId="urn:microsoft.com/office/officeart/2008/layout/LinedList"/>
    <dgm:cxn modelId="{4B46FCF0-26A1-4FCF-AFE8-6A915748BC36}" srcId="{2F09601D-4F64-4FEF-A139-69095B5978F8}" destId="{C3C1329E-8B7A-47E0-90C2-628C0F904E1B}" srcOrd="3" destOrd="0" parTransId="{424F8D02-7674-45E8-90D5-33C15325C506}" sibTransId="{FD8581E1-FD6F-4F16-9C99-79F1560DD45B}"/>
    <dgm:cxn modelId="{788371E2-CCFC-4327-BCF4-7FABE9D52EAA}" type="presParOf" srcId="{9D1C437F-33D8-4D71-8C7D-997A675F7235}" destId="{BB2DFE28-FB7A-446B-B8CA-EC485AE2807E}" srcOrd="0" destOrd="0" presId="urn:microsoft.com/office/officeart/2008/layout/LinedList"/>
    <dgm:cxn modelId="{42BD12B6-A1DE-473C-A126-CC550CC37B70}" type="presParOf" srcId="{9D1C437F-33D8-4D71-8C7D-997A675F7235}" destId="{F8CA9172-6A38-4B9E-8729-3B0DE4AECF7F}" srcOrd="1" destOrd="0" presId="urn:microsoft.com/office/officeart/2008/layout/LinedList"/>
    <dgm:cxn modelId="{24F7506B-C7DA-4029-A8DC-01EF4A56DFE2}" type="presParOf" srcId="{F8CA9172-6A38-4B9E-8729-3B0DE4AECF7F}" destId="{D5D6D25A-5736-4A7D-A201-8B27A280A7A5}" srcOrd="0" destOrd="0" presId="urn:microsoft.com/office/officeart/2008/layout/LinedList"/>
    <dgm:cxn modelId="{2652236E-0351-4277-B85C-27E3AD96A96E}" type="presParOf" srcId="{F8CA9172-6A38-4B9E-8729-3B0DE4AECF7F}" destId="{609F4D7B-14A7-450F-8D00-938EAFD943AF}" srcOrd="1" destOrd="0" presId="urn:microsoft.com/office/officeart/2008/layout/LinedList"/>
    <dgm:cxn modelId="{DE53DB12-1814-44FE-BF8A-4A4CD53EA93B}" type="presParOf" srcId="{609F4D7B-14A7-450F-8D00-938EAFD943AF}" destId="{8AD074F1-4105-482A-BF6C-B108DAF6AC60}" srcOrd="0" destOrd="0" presId="urn:microsoft.com/office/officeart/2008/layout/LinedList"/>
    <dgm:cxn modelId="{B9D31A11-95BC-49D2-950F-C111671FB357}" type="presParOf" srcId="{609F4D7B-14A7-450F-8D00-938EAFD943AF}" destId="{52A280A6-9041-4A5A-8540-8733B175C1A8}" srcOrd="1" destOrd="0" presId="urn:microsoft.com/office/officeart/2008/layout/LinedList"/>
    <dgm:cxn modelId="{3F988FCD-EBB3-4995-BDB4-B4C328F7202E}" type="presParOf" srcId="{52A280A6-9041-4A5A-8540-8733B175C1A8}" destId="{979D9825-59DB-4FA3-B0ED-3DC2AE523131}" srcOrd="0" destOrd="0" presId="urn:microsoft.com/office/officeart/2008/layout/LinedList"/>
    <dgm:cxn modelId="{E3884A5C-DE0E-4508-9F28-1C2B577F1EAC}" type="presParOf" srcId="{52A280A6-9041-4A5A-8540-8733B175C1A8}" destId="{AB2B7901-2494-4177-8E45-224EF9CA8563}" srcOrd="1" destOrd="0" presId="urn:microsoft.com/office/officeart/2008/layout/LinedList"/>
    <dgm:cxn modelId="{035C7825-77C4-45C8-8224-64DBBBC1330E}" type="presParOf" srcId="{52A280A6-9041-4A5A-8540-8733B175C1A8}" destId="{11152561-5FF2-4B65-A175-E48AF172F736}" srcOrd="2" destOrd="0" presId="urn:microsoft.com/office/officeart/2008/layout/LinedList"/>
    <dgm:cxn modelId="{D09B2EA9-6B7C-4A2C-BCDA-A236CD568E3B}" type="presParOf" srcId="{609F4D7B-14A7-450F-8D00-938EAFD943AF}" destId="{710C37A5-B632-4A83-BB99-49562873C1EA}" srcOrd="2" destOrd="0" presId="urn:microsoft.com/office/officeart/2008/layout/LinedList"/>
    <dgm:cxn modelId="{80643E8F-9D7C-45B7-AC55-03253912F8D5}" type="presParOf" srcId="{609F4D7B-14A7-450F-8D00-938EAFD943AF}" destId="{E13178B3-412A-493B-9540-B4A13785BCD3}" srcOrd="3" destOrd="0" presId="urn:microsoft.com/office/officeart/2008/layout/LinedList"/>
    <dgm:cxn modelId="{1CE754B1-BE3F-4C73-A790-29691C1837AE}" type="presParOf" srcId="{609F4D7B-14A7-450F-8D00-938EAFD943AF}" destId="{9D956B2D-BA0B-44A3-B0E8-357BB34648FA}" srcOrd="4" destOrd="0" presId="urn:microsoft.com/office/officeart/2008/layout/LinedList"/>
    <dgm:cxn modelId="{467929A5-D25F-4076-9A00-FD3F01F8BF7E}" type="presParOf" srcId="{9D956B2D-BA0B-44A3-B0E8-357BB34648FA}" destId="{4964A297-5B2B-4AD7-966E-D572D958BB71}" srcOrd="0" destOrd="0" presId="urn:microsoft.com/office/officeart/2008/layout/LinedList"/>
    <dgm:cxn modelId="{606012E9-90BF-4BBE-99FF-24C6B9C4D82F}" type="presParOf" srcId="{9D956B2D-BA0B-44A3-B0E8-357BB34648FA}" destId="{CAA49A4A-4683-4523-B579-AA174C5C8DFB}" srcOrd="1" destOrd="0" presId="urn:microsoft.com/office/officeart/2008/layout/LinedList"/>
    <dgm:cxn modelId="{2DA628E0-5E2A-49D5-8EBA-9108DE756952}" type="presParOf" srcId="{9D956B2D-BA0B-44A3-B0E8-357BB34648FA}" destId="{960D6B40-4FC0-407E-8FDF-55E0084789B3}" srcOrd="2" destOrd="0" presId="urn:microsoft.com/office/officeart/2008/layout/LinedList"/>
    <dgm:cxn modelId="{0B1932CB-372D-4686-B681-6C2BC24DA173}" type="presParOf" srcId="{609F4D7B-14A7-450F-8D00-938EAFD943AF}" destId="{9575BB3C-CB44-41ED-B4BD-F3335B9AA6EA}" srcOrd="5" destOrd="0" presId="urn:microsoft.com/office/officeart/2008/layout/LinedList"/>
    <dgm:cxn modelId="{09F1050D-0B89-4B45-8D8D-F4F50FD4945D}" type="presParOf" srcId="{609F4D7B-14A7-450F-8D00-938EAFD943AF}" destId="{547C62E0-7A1F-4742-A7DC-45A4A87E18E1}" srcOrd="6" destOrd="0" presId="urn:microsoft.com/office/officeart/2008/layout/LinedList"/>
    <dgm:cxn modelId="{98A0F5C7-6B5C-4D26-81A7-5B05DCA99424}" type="presParOf" srcId="{609F4D7B-14A7-450F-8D00-938EAFD943AF}" destId="{0B9929A0-6C1F-446D-A1F9-A6D9C4C75F0E}" srcOrd="7" destOrd="0" presId="urn:microsoft.com/office/officeart/2008/layout/LinedList"/>
    <dgm:cxn modelId="{4D426BF8-5AA8-4D9C-9783-E5D3D742D7AB}" type="presParOf" srcId="{0B9929A0-6C1F-446D-A1F9-A6D9C4C75F0E}" destId="{D4CD6645-B1CB-4466-8990-42309399A22E}" srcOrd="0" destOrd="0" presId="urn:microsoft.com/office/officeart/2008/layout/LinedList"/>
    <dgm:cxn modelId="{49FABD86-1D7F-488D-BF66-58CE385A63CD}" type="presParOf" srcId="{0B9929A0-6C1F-446D-A1F9-A6D9C4C75F0E}" destId="{FF86E5DB-B3CD-4687-9699-59815E387D7E}" srcOrd="1" destOrd="0" presId="urn:microsoft.com/office/officeart/2008/layout/LinedList"/>
    <dgm:cxn modelId="{C68566A6-B834-40AC-B520-2D89D7D45BBE}" type="presParOf" srcId="{0B9929A0-6C1F-446D-A1F9-A6D9C4C75F0E}" destId="{879F4746-38ED-4BEE-BA71-BA213A55553C}" srcOrd="2" destOrd="0" presId="urn:microsoft.com/office/officeart/2008/layout/LinedList"/>
    <dgm:cxn modelId="{04B68119-6B63-436E-91C5-6447ADCA1BE2}" type="presParOf" srcId="{609F4D7B-14A7-450F-8D00-938EAFD943AF}" destId="{50B24B5E-5653-4AE2-942A-745C6F5DE3B7}" srcOrd="8" destOrd="0" presId="urn:microsoft.com/office/officeart/2008/layout/LinedList"/>
    <dgm:cxn modelId="{DE523885-E8E4-4246-9FCA-C85F039B6CCD}" type="presParOf" srcId="{609F4D7B-14A7-450F-8D00-938EAFD943AF}" destId="{38C5207D-6CF0-4200-BA83-9DF2F80FFE75}" srcOrd="9" destOrd="0" presId="urn:microsoft.com/office/officeart/2008/layout/LinedList"/>
    <dgm:cxn modelId="{2D171143-3EDB-4E62-BE29-D15A37BF89A8}" type="presParOf" srcId="{609F4D7B-14A7-450F-8D00-938EAFD943AF}" destId="{DFCA54D4-530C-46C9-A473-BF5DE660B8A6}" srcOrd="10" destOrd="0" presId="urn:microsoft.com/office/officeart/2008/layout/LinedList"/>
    <dgm:cxn modelId="{FC3F97E8-CD61-41EC-A380-C7DE38ACDB39}" type="presParOf" srcId="{DFCA54D4-530C-46C9-A473-BF5DE660B8A6}" destId="{AA1EABFD-4EDD-4E79-B89C-CAA346A408DD}" srcOrd="0" destOrd="0" presId="urn:microsoft.com/office/officeart/2008/layout/LinedList"/>
    <dgm:cxn modelId="{6CE868FD-A10D-4401-9A6E-35767862E789}" type="presParOf" srcId="{DFCA54D4-530C-46C9-A473-BF5DE660B8A6}" destId="{88022483-267C-4570-879A-E21F4763EB61}" srcOrd="1" destOrd="0" presId="urn:microsoft.com/office/officeart/2008/layout/LinedList"/>
    <dgm:cxn modelId="{0DF0379C-58AC-4995-BD50-14F3D3034C1C}" type="presParOf" srcId="{DFCA54D4-530C-46C9-A473-BF5DE660B8A6}" destId="{92611DEE-3DFA-4E58-BEA5-0DBA539A7FB3}" srcOrd="2" destOrd="0" presId="urn:microsoft.com/office/officeart/2008/layout/LinedList"/>
    <dgm:cxn modelId="{DFFCCF54-AEB3-4D01-B26E-F023CA020B49}" type="presParOf" srcId="{609F4D7B-14A7-450F-8D00-938EAFD943AF}" destId="{0F6BBAB4-1272-455D-AF2A-5C535B719CDC}" srcOrd="11" destOrd="0" presId="urn:microsoft.com/office/officeart/2008/layout/LinedList"/>
    <dgm:cxn modelId="{046B3F30-877F-4026-8322-8A1F00631657}" type="presParOf" srcId="{609F4D7B-14A7-450F-8D00-938EAFD943AF}" destId="{79AB9C1E-AA2B-4568-930A-53100131E749}" srcOrd="12" destOrd="0" presId="urn:microsoft.com/office/officeart/2008/layout/LinedList"/>
    <dgm:cxn modelId="{71701056-30D8-493C-A42F-549D8AFC74CA}" type="presParOf" srcId="{609F4D7B-14A7-450F-8D00-938EAFD943AF}" destId="{2D3A4CD6-8BB8-45EF-9B8F-FFBA476A384E}" srcOrd="13" destOrd="0" presId="urn:microsoft.com/office/officeart/2008/layout/LinedList"/>
    <dgm:cxn modelId="{A5E61893-E041-4FF9-B2DD-9EEA1ED9A0AA}" type="presParOf" srcId="{2D3A4CD6-8BB8-45EF-9B8F-FFBA476A384E}" destId="{C02FF5A8-7B08-4A9C-A297-10AA22E2376E}" srcOrd="0" destOrd="0" presId="urn:microsoft.com/office/officeart/2008/layout/LinedList"/>
    <dgm:cxn modelId="{CC984529-B9ED-432E-87FC-783351CAB071}" type="presParOf" srcId="{2D3A4CD6-8BB8-45EF-9B8F-FFBA476A384E}" destId="{02BF61F5-C042-43D0-8915-4BD7CCA0CEEB}" srcOrd="1" destOrd="0" presId="urn:microsoft.com/office/officeart/2008/layout/LinedList"/>
    <dgm:cxn modelId="{1B2260A9-F44D-4892-A435-F89429124841}" type="presParOf" srcId="{2D3A4CD6-8BB8-45EF-9B8F-FFBA476A384E}" destId="{D7E8314D-D2F8-4E02-B376-B06096C649BF}" srcOrd="2" destOrd="0" presId="urn:microsoft.com/office/officeart/2008/layout/LinedList"/>
    <dgm:cxn modelId="{164BD430-7213-4B29-A300-65B2FF7DBD09}" type="presParOf" srcId="{609F4D7B-14A7-450F-8D00-938EAFD943AF}" destId="{9A3C3139-D678-48AF-B695-481FF841F1EC}" srcOrd="14" destOrd="0" presId="urn:microsoft.com/office/officeart/2008/layout/LinedList"/>
    <dgm:cxn modelId="{6FC558DA-E46D-4068-8F78-3350832C048A}" type="presParOf" srcId="{609F4D7B-14A7-450F-8D00-938EAFD943AF}" destId="{F4E81852-49B1-4DA4-9762-965CBE1C3797}" srcOrd="15" destOrd="0" presId="urn:microsoft.com/office/officeart/2008/layout/LinedList"/>
    <dgm:cxn modelId="{4E8C2381-4953-4855-A115-4C700DC0ED4D}" type="presParOf" srcId="{609F4D7B-14A7-450F-8D00-938EAFD943AF}" destId="{90B6DB91-736F-4644-8611-D13799DC392D}" srcOrd="16" destOrd="0" presId="urn:microsoft.com/office/officeart/2008/layout/LinedList"/>
    <dgm:cxn modelId="{877FD30D-2B86-4CBE-BCF8-6C859CD09D0F}" type="presParOf" srcId="{90B6DB91-736F-4644-8611-D13799DC392D}" destId="{21063DAB-619A-426F-B0BD-53A14303B86C}" srcOrd="0" destOrd="0" presId="urn:microsoft.com/office/officeart/2008/layout/LinedList"/>
    <dgm:cxn modelId="{9A743D21-8311-44F8-9230-1C3E7426088B}" type="presParOf" srcId="{90B6DB91-736F-4644-8611-D13799DC392D}" destId="{068D1D3F-1952-46B5-92A6-9565E68D6A66}" srcOrd="1" destOrd="0" presId="urn:microsoft.com/office/officeart/2008/layout/LinedList"/>
    <dgm:cxn modelId="{0D621BC4-FC23-4E42-B0AE-BB2B16C59F76}" type="presParOf" srcId="{90B6DB91-736F-4644-8611-D13799DC392D}" destId="{1864BAFC-366B-4D3C-9228-C96357B18C40}" srcOrd="2" destOrd="0" presId="urn:microsoft.com/office/officeart/2008/layout/LinedList"/>
    <dgm:cxn modelId="{6AB0969A-FA14-4F33-BF49-04490D090622}" type="presParOf" srcId="{609F4D7B-14A7-450F-8D00-938EAFD943AF}" destId="{2219B9E0-4559-4A31-9E1F-4C9BFC584595}" srcOrd="17" destOrd="0" presId="urn:microsoft.com/office/officeart/2008/layout/LinedList"/>
    <dgm:cxn modelId="{4E0D3B80-F8BF-4202-B770-1D9BFEF04F37}" type="presParOf" srcId="{609F4D7B-14A7-450F-8D00-938EAFD943AF}" destId="{3029BF51-9913-4CB3-8750-700DA0CEEFCB}" srcOrd="18" destOrd="0" presId="urn:microsoft.com/office/officeart/2008/layout/LinedList"/>
    <dgm:cxn modelId="{05554D87-F3AB-4DB0-AE77-F539FB814C11}" type="presParOf" srcId="{609F4D7B-14A7-450F-8D00-938EAFD943AF}" destId="{8C433F91-145F-4E84-A446-C19B84F2589D}" srcOrd="19" destOrd="0" presId="urn:microsoft.com/office/officeart/2008/layout/LinedList"/>
    <dgm:cxn modelId="{31ACC950-851E-4FA2-99AA-F66F299F5854}" type="presParOf" srcId="{8C433F91-145F-4E84-A446-C19B84F2589D}" destId="{D4DD82E4-08AF-4004-95A8-5E28F61059C3}" srcOrd="0" destOrd="0" presId="urn:microsoft.com/office/officeart/2008/layout/LinedList"/>
    <dgm:cxn modelId="{C46D936E-4D9A-4ED3-9D87-FF229295387C}" type="presParOf" srcId="{8C433F91-145F-4E84-A446-C19B84F2589D}" destId="{B67D7C48-C2BE-40E0-99A6-B0F0D00BC15A}" srcOrd="1" destOrd="0" presId="urn:microsoft.com/office/officeart/2008/layout/LinedList"/>
    <dgm:cxn modelId="{3C546760-8FCF-4363-A354-4EB5E878A86B}" type="presParOf" srcId="{8C433F91-145F-4E84-A446-C19B84F2589D}" destId="{02004864-006E-4F8B-845C-53F78AC403B9}" srcOrd="2" destOrd="0" presId="urn:microsoft.com/office/officeart/2008/layout/LinedList"/>
    <dgm:cxn modelId="{513BE921-C3CA-4DF5-BE14-0748EE222217}" type="presParOf" srcId="{609F4D7B-14A7-450F-8D00-938EAFD943AF}" destId="{283A51EE-126E-417A-B730-EC1BC9AC2765}" srcOrd="20" destOrd="0" presId="urn:microsoft.com/office/officeart/2008/layout/LinedList"/>
    <dgm:cxn modelId="{8A69485B-06A9-4522-A15B-27AAB7651C37}" type="presParOf" srcId="{609F4D7B-14A7-450F-8D00-938EAFD943AF}" destId="{8125EFD7-3480-4AE1-B37A-7BDF284F379C}" srcOrd="21" destOrd="0" presId="urn:microsoft.com/office/officeart/2008/layout/LinedList"/>
    <dgm:cxn modelId="{AE8F494E-01EC-4C30-849B-F7D79C630022}" type="presParOf" srcId="{609F4D7B-14A7-450F-8D00-938EAFD943AF}" destId="{C7C35FF8-C9E4-47FA-B4DE-BFBD33BF221B}" srcOrd="22" destOrd="0" presId="urn:microsoft.com/office/officeart/2008/layout/LinedList"/>
    <dgm:cxn modelId="{A1EB07A2-2FC3-42DC-B4FF-0FD5C68845AE}" type="presParOf" srcId="{C7C35FF8-C9E4-47FA-B4DE-BFBD33BF221B}" destId="{A3300031-327A-44F7-837A-5002B0D10446}" srcOrd="0" destOrd="0" presId="urn:microsoft.com/office/officeart/2008/layout/LinedList"/>
    <dgm:cxn modelId="{50821A21-08BF-4C3E-96C4-E77645DC3C02}" type="presParOf" srcId="{C7C35FF8-C9E4-47FA-B4DE-BFBD33BF221B}" destId="{1DCD8182-7882-4F7A-B910-7D833C2358CB}" srcOrd="1" destOrd="0" presId="urn:microsoft.com/office/officeart/2008/layout/LinedList"/>
    <dgm:cxn modelId="{1D0AE468-8263-485A-A465-8FE0CBBA8DB6}" type="presParOf" srcId="{C7C35FF8-C9E4-47FA-B4DE-BFBD33BF221B}" destId="{52188ED5-9A38-4618-A940-8CAA5C777DEF}" srcOrd="2" destOrd="0" presId="urn:microsoft.com/office/officeart/2008/layout/LinedList"/>
    <dgm:cxn modelId="{447E6EB7-525A-4127-9148-39E404200E59}" type="presParOf" srcId="{609F4D7B-14A7-450F-8D00-938EAFD943AF}" destId="{7C9CB754-2CEA-44D6-9C46-4B8BE284B344}" srcOrd="23" destOrd="0" presId="urn:microsoft.com/office/officeart/2008/layout/LinedList"/>
    <dgm:cxn modelId="{9420EBDA-512D-49CA-8AF0-9840D8CAC3EA}" type="presParOf" srcId="{609F4D7B-14A7-450F-8D00-938EAFD943AF}" destId="{3935D0A4-7113-46F0-A0BF-EE5B0E46B784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DFE28-FB7A-446B-B8CA-EC485AE2807E}">
      <dsp:nvSpPr>
        <dsp:cNvPr id="0" name=""/>
        <dsp:cNvSpPr/>
      </dsp:nvSpPr>
      <dsp:spPr>
        <a:xfrm>
          <a:off x="0" y="0"/>
          <a:ext cx="815015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D6D25A-5736-4A7D-A201-8B27A280A7A5}">
      <dsp:nvSpPr>
        <dsp:cNvPr id="0" name=""/>
        <dsp:cNvSpPr/>
      </dsp:nvSpPr>
      <dsp:spPr>
        <a:xfrm>
          <a:off x="0" y="0"/>
          <a:ext cx="929036" cy="4776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0" y="0"/>
        <a:ext cx="929036" cy="4776449"/>
      </dsp:txXfrm>
    </dsp:sp>
    <dsp:sp modelId="{AB2B7901-2494-4177-8E45-224EF9CA8563}">
      <dsp:nvSpPr>
        <dsp:cNvPr id="0" name=""/>
        <dsp:cNvSpPr/>
      </dsp:nvSpPr>
      <dsp:spPr>
        <a:xfrm>
          <a:off x="1051288" y="28249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Introduction &amp; Pre-Requisites</a:t>
          </a:r>
        </a:p>
      </dsp:txBody>
      <dsp:txXfrm>
        <a:off x="1051288" y="28249"/>
        <a:ext cx="6397873" cy="564987"/>
      </dsp:txXfrm>
    </dsp:sp>
    <dsp:sp modelId="{710C37A5-B632-4A83-BB99-49562873C1EA}">
      <dsp:nvSpPr>
        <dsp:cNvPr id="0" name=""/>
        <dsp:cNvSpPr/>
      </dsp:nvSpPr>
      <dsp:spPr>
        <a:xfrm>
          <a:off x="929036" y="593237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CAA49A4A-4683-4523-B579-AA174C5C8DFB}">
      <dsp:nvSpPr>
        <dsp:cNvPr id="0" name=""/>
        <dsp:cNvSpPr/>
      </dsp:nvSpPr>
      <dsp:spPr>
        <a:xfrm>
          <a:off x="1051288" y="621486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kern="1200" dirty="0"/>
            <a:t>PJP Creation</a:t>
          </a:r>
          <a:endParaRPr lang="en-US" sz="2600" kern="1200" dirty="0"/>
        </a:p>
      </dsp:txBody>
      <dsp:txXfrm>
        <a:off x="1051288" y="621486"/>
        <a:ext cx="6397873" cy="564987"/>
      </dsp:txXfrm>
    </dsp:sp>
    <dsp:sp modelId="{9575BB3C-CB44-41ED-B4BD-F3335B9AA6EA}">
      <dsp:nvSpPr>
        <dsp:cNvPr id="0" name=""/>
        <dsp:cNvSpPr/>
      </dsp:nvSpPr>
      <dsp:spPr>
        <a:xfrm>
          <a:off x="929036" y="1186474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F86E5DB-B3CD-4687-9699-59815E387D7E}">
      <dsp:nvSpPr>
        <dsp:cNvPr id="0" name=""/>
        <dsp:cNvSpPr/>
      </dsp:nvSpPr>
      <dsp:spPr>
        <a:xfrm>
          <a:off x="1051288" y="1214723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PJP Creation – Approval</a:t>
          </a:r>
        </a:p>
      </dsp:txBody>
      <dsp:txXfrm>
        <a:off x="1051288" y="1214723"/>
        <a:ext cx="6397873" cy="564987"/>
      </dsp:txXfrm>
    </dsp:sp>
    <dsp:sp modelId="{50B24B5E-5653-4AE2-942A-745C6F5DE3B7}">
      <dsp:nvSpPr>
        <dsp:cNvPr id="0" name=""/>
        <dsp:cNvSpPr/>
      </dsp:nvSpPr>
      <dsp:spPr>
        <a:xfrm>
          <a:off x="929036" y="1779711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8022483-267C-4570-879A-E21F4763EB61}">
      <dsp:nvSpPr>
        <dsp:cNvPr id="0" name=""/>
        <dsp:cNvSpPr/>
      </dsp:nvSpPr>
      <dsp:spPr>
        <a:xfrm>
          <a:off x="1051288" y="1807960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PJP Header – Update</a:t>
          </a:r>
        </a:p>
      </dsp:txBody>
      <dsp:txXfrm>
        <a:off x="1051288" y="1807960"/>
        <a:ext cx="6397873" cy="564987"/>
      </dsp:txXfrm>
    </dsp:sp>
    <dsp:sp modelId="{0F6BBAB4-1272-455D-AF2A-5C535B719CDC}">
      <dsp:nvSpPr>
        <dsp:cNvPr id="0" name=""/>
        <dsp:cNvSpPr/>
      </dsp:nvSpPr>
      <dsp:spPr>
        <a:xfrm>
          <a:off x="929036" y="2372948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02BF61F5-C042-43D0-8915-4BD7CCA0CEEB}">
      <dsp:nvSpPr>
        <dsp:cNvPr id="0" name=""/>
        <dsp:cNvSpPr/>
      </dsp:nvSpPr>
      <dsp:spPr>
        <a:xfrm>
          <a:off x="1051288" y="2401197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PJP Configuration – Update</a:t>
          </a:r>
        </a:p>
      </dsp:txBody>
      <dsp:txXfrm>
        <a:off x="1051288" y="2401197"/>
        <a:ext cx="6397873" cy="564987"/>
      </dsp:txXfrm>
    </dsp:sp>
    <dsp:sp modelId="{9A3C3139-D678-48AF-B695-481FF841F1EC}">
      <dsp:nvSpPr>
        <dsp:cNvPr id="0" name=""/>
        <dsp:cNvSpPr/>
      </dsp:nvSpPr>
      <dsp:spPr>
        <a:xfrm>
          <a:off x="929036" y="2966185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068D1D3F-1952-46B5-92A6-9565E68D6A66}">
      <dsp:nvSpPr>
        <dsp:cNvPr id="0" name=""/>
        <dsp:cNvSpPr/>
      </dsp:nvSpPr>
      <dsp:spPr>
        <a:xfrm>
          <a:off x="1051288" y="2994434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kern="1200" dirty="0"/>
            <a:t>Selling Category – Create/Update</a:t>
          </a:r>
          <a:endParaRPr lang="en-US" sz="2600" kern="1200" dirty="0"/>
        </a:p>
      </dsp:txBody>
      <dsp:txXfrm>
        <a:off x="1051288" y="2994434"/>
        <a:ext cx="6397873" cy="564987"/>
      </dsp:txXfrm>
    </dsp:sp>
    <dsp:sp modelId="{2219B9E0-4559-4A31-9E1F-4C9BFC584595}">
      <dsp:nvSpPr>
        <dsp:cNvPr id="0" name=""/>
        <dsp:cNvSpPr/>
      </dsp:nvSpPr>
      <dsp:spPr>
        <a:xfrm>
          <a:off x="929036" y="3559422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67D7C48-C2BE-40E0-99A6-B0F0D00BC15A}">
      <dsp:nvSpPr>
        <dsp:cNvPr id="0" name=""/>
        <dsp:cNvSpPr/>
      </dsp:nvSpPr>
      <dsp:spPr>
        <a:xfrm>
          <a:off x="1051288" y="3587671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kern="1200" dirty="0"/>
            <a:t>Section – Create/Update</a:t>
          </a:r>
          <a:endParaRPr lang="en-US" sz="2600" kern="1200" dirty="0"/>
        </a:p>
      </dsp:txBody>
      <dsp:txXfrm>
        <a:off x="1051288" y="3587671"/>
        <a:ext cx="6397873" cy="564987"/>
      </dsp:txXfrm>
    </dsp:sp>
    <dsp:sp modelId="{283A51EE-126E-417A-B730-EC1BC9AC2765}">
      <dsp:nvSpPr>
        <dsp:cNvPr id="0" name=""/>
        <dsp:cNvSpPr/>
      </dsp:nvSpPr>
      <dsp:spPr>
        <a:xfrm>
          <a:off x="929036" y="4152659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DCD8182-7882-4F7A-B910-7D833C2358CB}">
      <dsp:nvSpPr>
        <dsp:cNvPr id="0" name=""/>
        <dsp:cNvSpPr/>
      </dsp:nvSpPr>
      <dsp:spPr>
        <a:xfrm>
          <a:off x="1051288" y="4180908"/>
          <a:ext cx="6397873" cy="56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Conclusion</a:t>
          </a:r>
        </a:p>
      </dsp:txBody>
      <dsp:txXfrm>
        <a:off x="1051288" y="4180908"/>
        <a:ext cx="6397873" cy="564987"/>
      </dsp:txXfrm>
    </dsp:sp>
    <dsp:sp modelId="{7C9CB754-2CEA-44D6-9C46-4B8BE284B344}">
      <dsp:nvSpPr>
        <dsp:cNvPr id="0" name=""/>
        <dsp:cNvSpPr/>
      </dsp:nvSpPr>
      <dsp:spPr>
        <a:xfrm>
          <a:off x="929036" y="4745896"/>
          <a:ext cx="652012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2CE1F-9996-4DA5-9B13-7E528982BA9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0F06E-8495-4815-A327-B74553F01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8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D68F2-7EBA-4812-9ABD-FF69690A02F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30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CE05-61A6-4030-2286-3A8AE868B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C6FD2-9DCB-0816-3EAB-BAE8F5139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1547-34D6-826F-0355-42CA24E5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9CB7C-BCDA-374C-6291-F0124CC5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F2A78-4B9F-3C24-07DC-7CAB7409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4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DB56-57A0-01A3-3313-AA525B2D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9A95-500F-F076-364F-D3A39DC5F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0C2A-284F-0471-FC9C-C1DAB66A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E1398-A518-10A6-ACC3-EBF603E1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322B0-5C10-C1AB-B33B-B9B4107C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4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C9E9-219D-157E-4509-BB3F51AA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D3A70-AF1F-6487-9B97-738EF52CE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BA9CE-109B-BA67-F46F-837DE990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16B18-6447-ABBE-C93F-65ADD5AE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F6FC9-1A84-FE75-77C2-0ED89B7A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1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5624-0B23-E470-D292-9AF17D4B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2498-DCCB-6543-B614-C092BE019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ACB2F-7EE5-8C54-2E66-68FEA1D3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CEB0E-EB1A-6DEE-1AE0-EECC0009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59B9D-22CC-25A2-EC96-B8D3E2D6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5C7FD-AEB9-440C-178F-4CF3A46F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6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ABD7-7250-AB91-BC06-F493F3E2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B27FA-4FFC-700D-A122-CDC046FC2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D6A18-9EED-6051-44FE-DE65BE518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24158-36F5-9671-05F0-DEDF8E04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E649F-4719-7221-79D4-36F734CD6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1D89E-1C7C-FD87-8614-A91DCDA6F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061F4-AD86-CDE9-F600-D6143F31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5A70D-5095-11A1-BFA5-7DE892AF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4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C0FC-625B-4E68-6BB8-BC73BF16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897B7-5FAA-9AAD-2D45-0F9D4320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FC1F6-6C1B-CC4D-15B5-3B660FF6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D8FDC-4C97-653D-D831-DC601203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4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685D1-00E9-B543-0165-60C9D9DA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F3234-6612-33C9-4A0E-8EC621D9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92A62-36D4-517D-8B53-5E702B7B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E43E-F322-7FD7-8BD6-5F994543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1A82-5041-ED9A-4A9A-013CFE399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CEBF9-2EC0-8E0A-16CE-915FF4227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BD3DA-B9B4-DDAD-9F78-53AB5DC7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E9C0B-7957-62F7-4936-DBB3A8DD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26671-B28B-7722-83C6-3B7C1BFD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4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4978-C04F-F9BB-D3EC-AE342951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3135B-BEDF-6299-F5F0-695BCB365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DE8AE-10D4-7D0E-76A9-4BAFC5BA5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AF9C2-CE61-13CB-FA20-BC09E264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E907D-37CA-63D9-34F4-D3D20FF0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01118-9445-A18C-70CC-CA178756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0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5E84-CE58-F87B-CAA1-843A47B8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34DEB-7442-0E0E-CD45-96335DA17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62FA0-0A07-D994-8D3B-ABC198C2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189E2-DB52-C9D3-E50D-49BA48F8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03A3A-C4D5-A609-422D-CAB58248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9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346DC-1825-0366-D643-D45A8C2AA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BADF4-0892-98ED-63B3-390BF9746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7E1E-3766-3B66-A480-BAE6B1E0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FC92-AC08-C019-BC84-1A2054CA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190E8-98F9-ADA1-3F2A-CA10CE17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84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One li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7940-84FB-C640-A093-B6CE068BF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1152000"/>
            <a:ext cx="9540000" cy="828000"/>
          </a:xfrm>
        </p:spPr>
        <p:txBody>
          <a:bodyPr anchor="b"/>
          <a:lstStyle>
            <a:lvl1pPr algn="l">
              <a:lnSpc>
                <a:spcPts val="4125"/>
              </a:lnSpc>
              <a:defRPr sz="3750" b="1" i="0">
                <a:solidFill>
                  <a:schemeClr val="bg1"/>
                </a:solidFill>
                <a:latin typeface="Unilever Shilling" panose="020B0502020202020204" pitchFamily="34" charset="77"/>
                <a:cs typeface="Unilever Shilling" panose="020B0502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9F1D0-3E15-4C48-8249-D190B4B56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02" y="2294462"/>
            <a:ext cx="9539999" cy="1655762"/>
          </a:xfrm>
        </p:spPr>
        <p:txBody>
          <a:bodyPr/>
          <a:lstStyle>
            <a:lvl1pPr marL="0" indent="0" algn="l">
              <a:lnSpc>
                <a:spcPts val="2532"/>
              </a:lnSpc>
              <a:spcBef>
                <a:spcPts val="0"/>
              </a:spcBef>
              <a:buNone/>
              <a:defRPr sz="2344" b="1" i="0">
                <a:solidFill>
                  <a:schemeClr val="bg1"/>
                </a:solidFill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  <a:lvl2pPr marL="428630" indent="0" algn="ctr">
              <a:buNone/>
              <a:defRPr sz="1875"/>
            </a:lvl2pPr>
            <a:lvl3pPr marL="857259" indent="0" algn="ctr">
              <a:buNone/>
              <a:defRPr sz="1687"/>
            </a:lvl3pPr>
            <a:lvl4pPr marL="1285889" indent="0" algn="ctr">
              <a:buNone/>
              <a:defRPr sz="1500"/>
            </a:lvl4pPr>
            <a:lvl5pPr marL="1714516" indent="0" algn="ctr">
              <a:buNone/>
              <a:defRPr sz="1500"/>
            </a:lvl5pPr>
            <a:lvl6pPr marL="2143146" indent="0" algn="ctr">
              <a:buNone/>
              <a:defRPr sz="1500"/>
            </a:lvl6pPr>
            <a:lvl7pPr marL="2571775" indent="0" algn="ctr">
              <a:buNone/>
              <a:defRPr sz="1500"/>
            </a:lvl7pPr>
            <a:lvl8pPr marL="3000405" indent="0" algn="ctr">
              <a:buNone/>
              <a:defRPr sz="1500"/>
            </a:lvl8pPr>
            <a:lvl9pPr marL="3429034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DC17C-3693-704F-A773-7BE864AA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46830" y="6112586"/>
            <a:ext cx="3189843" cy="365125"/>
          </a:xfrm>
        </p:spPr>
        <p:txBody>
          <a:bodyPr/>
          <a:lstStyle>
            <a:lvl1pPr algn="r" rtl="0">
              <a:lnSpc>
                <a:spcPts val="2532"/>
              </a:lnSpc>
              <a:defRPr sz="1407" b="1" i="0">
                <a:solidFill>
                  <a:schemeClr val="bg1"/>
                </a:solidFill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</a:lstStyle>
          <a:p>
            <a:fld id="{A652EB9A-4260-46E2-A8FB-A4C785F21FEB}" type="datetimeFigureOut">
              <a:rPr lang="en-GB" smtClean="0"/>
              <a:t>02/09/2026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500F9-BAB1-1145-94B0-0A7A2F0D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3" y="5052672"/>
            <a:ext cx="12192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6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lumn bullets - turq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7F5B90BC-AFE0-964C-A3C0-128A068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8800" y="6462000"/>
            <a:ext cx="478800" cy="252000"/>
          </a:xfrm>
        </p:spPr>
        <p:txBody>
          <a:bodyPr anchor="b"/>
          <a:lstStyle>
            <a:lvl1pPr>
              <a:lnSpc>
                <a:spcPts val="1125"/>
              </a:lnSpc>
              <a:defRPr sz="937" b="1" i="0"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</a:lstStyle>
          <a:p>
            <a:fld id="{61C74AF3-2BA8-47BA-B462-120B842C62CB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EACCCE-33A8-B744-96E9-7C1E09F32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756000" cy="756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C85947-DD6A-F84A-87F5-DB3563DA8F23}"/>
              </a:ext>
            </a:extLst>
          </p:cNvPr>
          <p:cNvSpPr/>
          <p:nvPr userDrawn="1"/>
        </p:nvSpPr>
        <p:spPr>
          <a:xfrm>
            <a:off x="756000" y="0"/>
            <a:ext cx="10680000" cy="756000"/>
          </a:xfrm>
          <a:prstGeom prst="rect">
            <a:avLst/>
          </a:prstGeom>
          <a:solidFill>
            <a:srgbClr val="1F36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ctr" anchorCtr="0"/>
          <a:lstStyle/>
          <a:p>
            <a:pPr>
              <a:lnSpc>
                <a:spcPct val="93000"/>
              </a:lnSpc>
            </a:pPr>
            <a:endParaRPr lang="en-GB" sz="1875" b="1">
              <a:latin typeface="Unilever Shilling" panose="020B0502020202020204" pitchFamily="34" charset="77"/>
              <a:cs typeface="Unilever Shilling" panose="020B0502020202020204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F59CB-D59E-1042-AC58-A66918B2FB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6001" y="101600"/>
            <a:ext cx="10526948" cy="546100"/>
          </a:xfrm>
        </p:spPr>
        <p:txBody>
          <a:bodyPr lIns="251999" anchor="ctr" anchorCtr="0"/>
          <a:lstStyle>
            <a:lvl1pPr marL="0" indent="0">
              <a:lnSpc>
                <a:spcPct val="93000"/>
              </a:lnSpc>
              <a:buFontTx/>
              <a:buNone/>
              <a:defRPr sz="22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Tite</a:t>
            </a:r>
            <a:endParaRPr lang="en-US"/>
          </a:p>
        </p:txBody>
      </p:sp>
      <p:pic>
        <p:nvPicPr>
          <p:cNvPr id="2" name="Picture 1" descr="A blue letter with icons on it&#10;&#10;Description automatically generated with medium confidence">
            <a:extLst>
              <a:ext uri="{FF2B5EF4-FFF2-40B4-BE49-F238E27FC236}">
                <a16:creationId xmlns:a16="http://schemas.microsoft.com/office/drawing/2014/main" id="{FAF186E4-86B1-119F-C96F-068809ABE8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73"/>
          <a:stretch/>
        </p:blipFill>
        <p:spPr>
          <a:xfrm>
            <a:off x="11339082" y="47450"/>
            <a:ext cx="837284" cy="6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86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dular - turq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7940-84FB-C640-A093-B6CE068BF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01" y="1050131"/>
            <a:ext cx="7733026" cy="2060152"/>
          </a:xfrm>
        </p:spPr>
        <p:txBody>
          <a:bodyPr anchor="b"/>
          <a:lstStyle>
            <a:lvl1pPr algn="l">
              <a:lnSpc>
                <a:spcPts val="4125"/>
              </a:lnSpc>
              <a:defRPr sz="3750" b="1" i="0">
                <a:solidFill>
                  <a:schemeClr val="bg1"/>
                </a:solidFill>
                <a:latin typeface="Unilever Shilling" panose="020B0502020202020204" pitchFamily="34" charset="77"/>
                <a:cs typeface="Unilever Shilling" panose="020B0502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9F1D0-3E15-4C48-8249-D190B4B56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01" y="3421856"/>
            <a:ext cx="7733026" cy="1143000"/>
          </a:xfrm>
        </p:spPr>
        <p:txBody>
          <a:bodyPr/>
          <a:lstStyle>
            <a:lvl1pPr marL="0" indent="0" algn="l">
              <a:lnSpc>
                <a:spcPts val="2532"/>
              </a:lnSpc>
              <a:spcBef>
                <a:spcPts val="0"/>
              </a:spcBef>
              <a:buNone/>
              <a:defRPr sz="2344" b="1" i="0">
                <a:solidFill>
                  <a:schemeClr val="bg1"/>
                </a:solidFill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  <a:lvl2pPr marL="428614" indent="0" algn="ctr">
              <a:buNone/>
              <a:defRPr sz="1875"/>
            </a:lvl2pPr>
            <a:lvl3pPr marL="857226" indent="0" algn="ctr">
              <a:buNone/>
              <a:defRPr sz="1688"/>
            </a:lvl3pPr>
            <a:lvl4pPr marL="1285839" indent="0" algn="ctr">
              <a:buNone/>
              <a:defRPr sz="1500"/>
            </a:lvl4pPr>
            <a:lvl5pPr marL="1714453" indent="0" algn="ctr">
              <a:buNone/>
              <a:defRPr sz="1500"/>
            </a:lvl5pPr>
            <a:lvl6pPr marL="2143067" indent="0" algn="ctr">
              <a:buNone/>
              <a:defRPr sz="1500"/>
            </a:lvl6pPr>
            <a:lvl7pPr marL="2571679" indent="0" algn="ctr">
              <a:buNone/>
              <a:defRPr sz="1500"/>
            </a:lvl7pPr>
            <a:lvl8pPr marL="3000292" indent="0" algn="ctr">
              <a:buNone/>
              <a:defRPr sz="1500"/>
            </a:lvl8pPr>
            <a:lvl9pPr marL="3428906" indent="0" algn="ctr">
              <a:buNone/>
              <a:defRPr sz="15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DC17C-3693-704F-A773-7BE864AA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2" y="6112586"/>
            <a:ext cx="3189844" cy="365125"/>
          </a:xfrm>
        </p:spPr>
        <p:txBody>
          <a:bodyPr/>
          <a:lstStyle>
            <a:lvl1pPr algn="l" rtl="0">
              <a:lnSpc>
                <a:spcPts val="2532"/>
              </a:lnSpc>
              <a:defRPr sz="2344" b="1" i="0">
                <a:solidFill>
                  <a:schemeClr val="bg1"/>
                </a:solidFill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</a:lstStyle>
          <a:p>
            <a:fld id="{1E71B52C-7A0F-2144-B101-A0604639E43B}" type="datetime1">
              <a:rPr lang="en-GB" smtClean="0"/>
              <a:pPr/>
              <a:t>02/09/2026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BBA44-A321-4442-9876-B54ED7A24CED}"/>
              </a:ext>
            </a:extLst>
          </p:cNvPr>
          <p:cNvSpPr txBox="1"/>
          <p:nvPr userDrawn="1"/>
        </p:nvSpPr>
        <p:spPr>
          <a:xfrm>
            <a:off x="2043113" y="3886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688" err="1">
              <a:solidFill>
                <a:schemeClr val="bg1"/>
              </a:solidFill>
              <a:latin typeface="Unilever Shilling" panose="020B0502020202020204" pitchFamily="34" charset="77"/>
              <a:cs typeface="Unilever Shilling" panose="020B0502020202020204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929CF1-C537-8849-A639-02769B6FC3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1" y="3429000"/>
            <a:ext cx="3429001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F01E38-150C-254E-9878-AA259033874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763001" y="-7144"/>
            <a:ext cx="342900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2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FBE43-E1ED-6A0C-13CE-D07E5E48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074ED-7843-8642-6306-FA7CF8D6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2F6E-1583-5127-E43D-8295BAE8F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13E5D-6962-40AD-95C1-8723FAAA09E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39A1-309A-D3BD-C08E-01BB453A3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F7F6-EF9D-47EE-A09E-8B7DBCE6F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FD7F5-8788-4650-BF75-A39A8D49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4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8_C9554A9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C_1F8F467F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7D_FEB7F2DA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7E_DD93CAC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D4B71E-AF9F-537F-CAF1-99DC2F53721A}"/>
              </a:ext>
            </a:extLst>
          </p:cNvPr>
          <p:cNvSpPr/>
          <p:nvPr/>
        </p:nvSpPr>
        <p:spPr>
          <a:xfrm>
            <a:off x="8318500" y="3686528"/>
            <a:ext cx="3492500" cy="3171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pic>
        <p:nvPicPr>
          <p:cNvPr id="6" name="Picture 5" descr="A blue letter with icons on it&#10;&#10;Description automatically generated with medium confidence">
            <a:extLst>
              <a:ext uri="{FF2B5EF4-FFF2-40B4-BE49-F238E27FC236}">
                <a16:creationId xmlns:a16="http://schemas.microsoft.com/office/drawing/2014/main" id="{06A20CB1-2262-930D-A6A9-439280DEE13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73"/>
          <a:stretch/>
        </p:blipFill>
        <p:spPr>
          <a:xfrm>
            <a:off x="8661544" y="3777182"/>
            <a:ext cx="2630873" cy="2193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28772F-FC70-CB95-A87C-CB77E8433EFA}"/>
              </a:ext>
            </a:extLst>
          </p:cNvPr>
          <p:cNvSpPr txBox="1"/>
          <p:nvPr/>
        </p:nvSpPr>
        <p:spPr>
          <a:xfrm>
            <a:off x="8397394" y="6061139"/>
            <a:ext cx="34530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293086"/>
                </a:solidFill>
                <a:latin typeface="Rubik" pitchFamily="2" charset="-79"/>
                <a:cs typeface="Rubik" pitchFamily="2" charset="-79"/>
              </a:rPr>
              <a:t>Digitize. Distribute. Transform.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81E11C-81E9-F035-AD34-6ABDF86B8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00" y="0"/>
            <a:ext cx="3492500" cy="36865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904089-7F66-C0CB-4033-1D1426373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7" y="2390114"/>
            <a:ext cx="8318500" cy="570367"/>
          </a:xfrm>
        </p:spPr>
        <p:txBody>
          <a:bodyPr>
            <a:normAutofit/>
          </a:bodyPr>
          <a:lstStyle/>
          <a:p>
            <a:pPr lvl="1" indent="-571500" algn="ctr" defTabSz="914354">
              <a:lnSpc>
                <a:spcPct val="80000"/>
              </a:lnSpc>
              <a:spcBef>
                <a:spcPts val="800"/>
              </a:spcBef>
              <a:defRPr/>
            </a:pPr>
            <a:r>
              <a:rPr lang="en-US" sz="3600" b="1" i="1" spc="93" dirty="0">
                <a:solidFill>
                  <a:prstClr val="white"/>
                </a:solidFill>
                <a:latin typeface="Unilever Shilling" panose="020B0502020202020204"/>
                <a:cs typeface="Poppins" panose="00000500000000000000" pitchFamily="2" charset="0"/>
              </a:rPr>
              <a:t>PJP Master – DCODE: User Guide</a:t>
            </a:r>
            <a:endParaRPr lang="en-IN" dirty="0">
              <a:latin typeface="Unilever Shilling" panose="020B0502020202020204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09F534-7B7C-9D47-F36F-3A39A087C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83" y="3425545"/>
            <a:ext cx="6392661" cy="473708"/>
          </a:xfrm>
        </p:spPr>
        <p:txBody>
          <a:bodyPr>
            <a:normAutofit fontScale="92500"/>
          </a:bodyPr>
          <a:lstStyle/>
          <a:p>
            <a:pPr algn="r"/>
            <a:r>
              <a:rPr lang="en-US" sz="20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Comprehensive Walkthrough of Permanent Journey Plan (PJP)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242988-635D-7699-D424-59FE3146252E}"/>
              </a:ext>
            </a:extLst>
          </p:cNvPr>
          <p:cNvCxnSpPr/>
          <p:nvPr/>
        </p:nvCxnSpPr>
        <p:spPr>
          <a:xfrm>
            <a:off x="1104523" y="3170380"/>
            <a:ext cx="61744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1743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1B946B-8C68-975D-7319-E90BF0DC7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273956"/>
              </p:ext>
            </p:extLst>
          </p:nvPr>
        </p:nvGraphicFramePr>
        <p:xfrm>
          <a:off x="959464" y="1134431"/>
          <a:ext cx="10130589" cy="35707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640445">
                  <a:extLst>
                    <a:ext uri="{9D8B030D-6E8A-4147-A177-3AD203B41FA5}">
                      <a16:colId xmlns:a16="http://schemas.microsoft.com/office/drawing/2014/main" val="1660176968"/>
                    </a:ext>
                  </a:extLst>
                </a:gridCol>
                <a:gridCol w="7490144">
                  <a:extLst>
                    <a:ext uri="{9D8B030D-6E8A-4147-A177-3AD203B41FA5}">
                      <a16:colId xmlns:a16="http://schemas.microsoft.com/office/drawing/2014/main" val="2936741711"/>
                    </a:ext>
                  </a:extLst>
                </a:gridCol>
              </a:tblGrid>
              <a:tr h="8112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Introduction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kern="1200" baseline="0" dirty="0">
                          <a:solidFill>
                            <a:srgbClr val="000000"/>
                          </a:solidFill>
                          <a:effectLst/>
                          <a:latin typeface="Unilever Shilling" panose="020B0502020202020204" pitchFamily="34" charset="0"/>
                          <a:ea typeface="+mn-ea"/>
                          <a:cs typeface="+mn-cs"/>
                        </a:rPr>
                        <a:t>The objective of this user manual is to understand the intricacies of creating a permanent journey plan for PJP’s.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38212"/>
                  </a:ext>
                </a:extLst>
              </a:tr>
              <a:tr h="4117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Duration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0" i="0" kern="1200" baseline="0" dirty="0">
                          <a:solidFill>
                            <a:srgbClr val="000000"/>
                          </a:solidFill>
                          <a:effectLst/>
                          <a:latin typeface="Unilever Shilling" panose="020B0502020202020204" pitchFamily="34" charset="0"/>
                          <a:ea typeface="+mn-ea"/>
                          <a:cs typeface="+mn-cs"/>
                        </a:rPr>
                        <a:t>15 minutes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131661"/>
                  </a:ext>
                </a:extLst>
              </a:tr>
              <a:tr h="5496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Participants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effectLst/>
                        </a:rPr>
                        <a:t>DT User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39440"/>
                  </a:ext>
                </a:extLst>
              </a:tr>
              <a:tr h="4812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Methodology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kern="1200" baseline="0" dirty="0">
                        <a:solidFill>
                          <a:srgbClr val="000000"/>
                        </a:solidFill>
                        <a:effectLst/>
                        <a:latin typeface="Unilever Shilling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568372"/>
                  </a:ext>
                </a:extLst>
              </a:tr>
              <a:tr h="4932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Last Updated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000000"/>
                          </a:solidFill>
                          <a:effectLst/>
                          <a:latin typeface="Unilever Shilling" panose="020B0502020202020204" pitchFamily="34" charset="0"/>
                          <a:ea typeface="+mn-ea"/>
                          <a:cs typeface="+mn-cs"/>
                        </a:rPr>
                        <a:t>06-Aug-2024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63466"/>
                  </a:ext>
                </a:extLst>
              </a:tr>
              <a:tr h="4117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Version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0" i="0" kern="1200" dirty="0">
                          <a:solidFill>
                            <a:srgbClr val="000000"/>
                          </a:solidFill>
                          <a:effectLst/>
                          <a:latin typeface="Unilever Shilling" panose="020B0502020202020204" pitchFamily="34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53329"/>
                  </a:ext>
                </a:extLst>
              </a:tr>
              <a:tr h="4117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1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Market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Unilever Shilling" panose="020B0502020202020204" pitchFamily="34" charset="0"/>
                        </a:rPr>
                        <a:t> 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Unilever Shilling" panose="020B0502020202020204" pitchFamily="34" charset="0"/>
                        </a:rPr>
                        <a:t>Pakistan</a:t>
                      </a:r>
                      <a:endParaRPr lang="en-US" sz="14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500848"/>
                  </a:ext>
                </a:extLst>
              </a:tr>
            </a:tbl>
          </a:graphicData>
        </a:graphic>
      </p:graphicFrame>
      <p:sp>
        <p:nvSpPr>
          <p:cNvPr id="7" name="Title 17">
            <a:extLst>
              <a:ext uri="{FF2B5EF4-FFF2-40B4-BE49-F238E27FC236}">
                <a16:creationId xmlns:a16="http://schemas.microsoft.com/office/drawing/2014/main" id="{507D34AB-BED0-B982-A04F-9937521C1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28" y="45265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Overview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24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7"/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1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Table Of Contents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2C45CEA-3425-B953-BB48-E8E2F0CCE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4034519"/>
              </p:ext>
            </p:extLst>
          </p:nvPr>
        </p:nvGraphicFramePr>
        <p:xfrm>
          <a:off x="1021002" y="1044929"/>
          <a:ext cx="8150157" cy="4776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4758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C5A01546-2104-0D67-E7DA-119F2ADE4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Unilever Shilling" panose="020B0502020202020204"/>
                <a:ea typeface="+mj-ea"/>
                <a:cs typeface="Poppins" panose="00000500000000000000" pitchFamily="2" charset="0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Roboto" panose="02000000000000000000" pitchFamily="2" charset="0"/>
              </a:defRPr>
            </a:lvl9pPr>
          </a:lstStyle>
          <a:p>
            <a:r>
              <a:rPr lang="en-US" b="0" dirty="0"/>
              <a:t>Introduction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3592" y="1069697"/>
            <a:ext cx="10496614" cy="2758038"/>
          </a:xfrm>
          <a:prstGeom prst="round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/>
              </a:rPr>
              <a:t>Permanent journey plan (PJP) process is to optimize distribution management by enhancing efficiency and organization. </a:t>
            </a:r>
            <a:r>
              <a:rPr lang="en-US" sz="1400" b="1" u="sng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IN DCODE, every Order booker &amp; Delivery Man has a PJP</a:t>
            </a:r>
            <a:r>
              <a:rPr lang="en-US" sz="1400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. PJP is basically a journey plan designed taking into consideration the </a:t>
            </a:r>
            <a:r>
              <a:rPr lang="en-US" sz="1400" b="1" u="sng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number of outlets (section)</a:t>
            </a:r>
            <a:r>
              <a:rPr lang="en-US" sz="1400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, </a:t>
            </a:r>
            <a:r>
              <a:rPr lang="en-US" sz="1400" b="1" u="sng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selling category, frequency (Weekly, Daily, </a:t>
            </a:r>
            <a:r>
              <a:rPr lang="en-US" sz="1400" b="1" u="sng" err="1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etc</a:t>
            </a:r>
            <a:r>
              <a:rPr lang="en-US" sz="1400" b="1" u="sng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)</a:t>
            </a:r>
            <a:r>
              <a:rPr lang="en-US" sz="1400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 and the </a:t>
            </a:r>
            <a:r>
              <a:rPr lang="en-US" sz="1400" b="1" u="sng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working days (Mon/Tues, etc.)</a:t>
            </a:r>
            <a:r>
              <a:rPr lang="en-US" sz="1400" dirty="0">
                <a:solidFill>
                  <a:srgbClr val="1F36C7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.</a:t>
            </a: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/>
              </a:rPr>
              <a:t> All activities performed by the Order Booker are performed as per PJP plan assigned to them.</a:t>
            </a:r>
            <a:endParaRPr lang="en-US" sz="1400" dirty="0">
              <a:solidFill>
                <a:schemeClr val="tx1"/>
              </a:solidFill>
              <a:latin typeface="Unilever Shilling" panose="020B0502020202020204"/>
              <a:cs typeface="Poppins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A selling category is a logical grouping of products, which can be used for managing day to day sales and goods delivery as well as targeted marketing and promotional activities.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/>
              </a:rPr>
              <a:t>A section is a group of outlets which are assigned to a DSR for handling their order booking or goods delivery activities.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highlight>
                  <a:srgbClr val="FFFF00"/>
                </a:highlight>
                <a:latin typeface="Unilever Shilling"/>
                <a:ea typeface="+mn-lt"/>
                <a:cs typeface="+mn-lt"/>
              </a:rPr>
              <a:t>PJP that are attached to the Order Booker will be downloaded to the Handheld for the sales person servicing the route, and he will have a list of customers to visit on any one day. </a:t>
            </a:r>
            <a:endParaRPr lang="en-US" sz="1400">
              <a:solidFill>
                <a:srgbClr val="1F36C7"/>
              </a:solidFill>
              <a:highlight>
                <a:srgbClr val="FFFF00"/>
              </a:highlight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6" name="Rounded Rectangle 40">
            <a:extLst>
              <a:ext uri="{FF2B5EF4-FFF2-40B4-BE49-F238E27FC236}">
                <a16:creationId xmlns:a16="http://schemas.microsoft.com/office/drawing/2014/main" id="{56490082-ACE3-610B-891D-BDFAE9C29628}"/>
              </a:ext>
            </a:extLst>
          </p:cNvPr>
          <p:cNvSpPr/>
          <p:nvPr/>
        </p:nvSpPr>
        <p:spPr>
          <a:xfrm>
            <a:off x="883592" y="3977151"/>
            <a:ext cx="10496614" cy="1506012"/>
          </a:xfrm>
          <a:prstGeom prst="round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Pre-Requisites: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System Requirements: Basic understanding of personal computer usage and internet navigation. Furthermore, a fundamental knowledge of the operating system(s) installed on their personal computer(s) is expected.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User Access and Permissions: Obtain necessary login credentials from the system administrator.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Network and Connectivity: Ensure a stable and reliable internet connection.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649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C1491EC-662D-AF6D-373A-11107DA2B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113"/>
          <a:stretch/>
        </p:blipFill>
        <p:spPr>
          <a:xfrm>
            <a:off x="2267955" y="1121244"/>
            <a:ext cx="1905000" cy="1133072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444313-17CB-D8BC-B735-4578CA87F83A}"/>
              </a:ext>
            </a:extLst>
          </p:cNvPr>
          <p:cNvSpPr/>
          <p:nvPr/>
        </p:nvSpPr>
        <p:spPr>
          <a:xfrm>
            <a:off x="4495826" y="1366224"/>
            <a:ext cx="5181490" cy="880613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Search for the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PJP Creation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 into the search box located on the main page.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Home-&gt;Distributor Setup-&gt;Journey Plan-&gt;PJP Creation</a:t>
            </a:r>
          </a:p>
        </p:txBody>
      </p:sp>
      <p:sp>
        <p:nvSpPr>
          <p:cNvPr id="13" name="Down Arrow 39">
            <a:extLst>
              <a:ext uri="{FF2B5EF4-FFF2-40B4-BE49-F238E27FC236}">
                <a16:creationId xmlns:a16="http://schemas.microsoft.com/office/drawing/2014/main" id="{724990BD-4B33-55F1-E7D4-E4A8DA67762B}"/>
              </a:ext>
            </a:extLst>
          </p:cNvPr>
          <p:cNvSpPr/>
          <p:nvPr/>
        </p:nvSpPr>
        <p:spPr>
          <a:xfrm rot="16200000" flipV="1">
            <a:off x="4221957" y="1415804"/>
            <a:ext cx="203701" cy="33840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26645-CB75-CA6A-221A-A82AAEF4AA6B}"/>
              </a:ext>
            </a:extLst>
          </p:cNvPr>
          <p:cNvSpPr/>
          <p:nvPr/>
        </p:nvSpPr>
        <p:spPr>
          <a:xfrm>
            <a:off x="628408" y="4477262"/>
            <a:ext cx="9555562" cy="1323383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Existing Records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All the existing created PJPs of Order Bookers and Delivery Persons will be displayed in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the upper grid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, the user can make the changes in previously created PJPs by clicking on the desired entry.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Note, in above grid, DSR can be Delivery Person/Order Booker. As a practice, it is advised to have DSR denoted by &lt;DSR name&gt;_OB, and Delivery Persons by &lt;Delivery Person Name/ID&gt;_DM so that it becomes easier for tracking purpose.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17C2E8-3021-CDFD-9FC8-2F9A4B7E74BD}"/>
              </a:ext>
            </a:extLst>
          </p:cNvPr>
          <p:cNvSpPr/>
          <p:nvPr/>
        </p:nvSpPr>
        <p:spPr>
          <a:xfrm>
            <a:off x="2267955" y="1479951"/>
            <a:ext cx="1905001" cy="2069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9182C2-0BC1-080D-9867-CBD36347574D}"/>
              </a:ext>
            </a:extLst>
          </p:cNvPr>
          <p:cNvSpPr/>
          <p:nvPr/>
        </p:nvSpPr>
        <p:spPr>
          <a:xfrm>
            <a:off x="883592" y="2781730"/>
            <a:ext cx="9605433" cy="108388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5" name="Down Arrow 23">
            <a:extLst>
              <a:ext uri="{FF2B5EF4-FFF2-40B4-BE49-F238E27FC236}">
                <a16:creationId xmlns:a16="http://schemas.microsoft.com/office/drawing/2014/main" id="{EC8419BE-802D-781D-5362-057C30C8B704}"/>
              </a:ext>
            </a:extLst>
          </p:cNvPr>
          <p:cNvSpPr/>
          <p:nvPr/>
        </p:nvSpPr>
        <p:spPr>
          <a:xfrm flipH="1" flipV="1">
            <a:off x="4293655" y="3900504"/>
            <a:ext cx="199353" cy="56510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66317EC4-8005-BFC2-F3A7-223043DB4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PJP Creation (1 of 7)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325026-0595-1808-8AB3-354CF52FB211}"/>
              </a:ext>
            </a:extLst>
          </p:cNvPr>
          <p:cNvGrpSpPr/>
          <p:nvPr/>
        </p:nvGrpSpPr>
        <p:grpSpPr>
          <a:xfrm>
            <a:off x="883592" y="2809139"/>
            <a:ext cx="9605433" cy="916209"/>
            <a:chOff x="314325" y="2764540"/>
            <a:chExt cx="9605433" cy="9162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892360-8FDD-DBD4-BAC0-A107631E5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325" y="2767012"/>
              <a:ext cx="7980408" cy="91373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4CD55C5-938C-EF2B-2966-D18C40488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881"/>
            <a:stretch>
              <a:fillRect/>
            </a:stretch>
          </p:blipFill>
          <p:spPr>
            <a:xfrm>
              <a:off x="8294733" y="2764540"/>
              <a:ext cx="1625025" cy="91620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34389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DE3E-3A87-B513-1C06-D270A31C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360D12-7714-5276-D7D1-DD8672FD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67" y="862627"/>
            <a:ext cx="6469358" cy="33479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106033-E85D-7841-DD2B-077F1EBC2598}"/>
              </a:ext>
            </a:extLst>
          </p:cNvPr>
          <p:cNvSpPr/>
          <p:nvPr/>
        </p:nvSpPr>
        <p:spPr>
          <a:xfrm>
            <a:off x="793270" y="4299842"/>
            <a:ext cx="5457059" cy="2181981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PJP Number: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Enter a unique PJP number.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DSR: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Order Booker DSR from the dropdown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Working Date: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Displays the working date associated with the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Default: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Indicates whether the PJP is set as the default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Status: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Indicates whether the PJP is active or inactive.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Level Type: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level type.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Enable NFC: Select Yes or No to enable or disable NFC functionality for the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GPS Restriction: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Yes or No to enable or disable GPS restrictions for the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DDO Indicator: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Indicates whether the PJP is associated with DDO functionality.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Sales Route Type: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sales route type applicable to the PJP.</a:t>
            </a:r>
          </a:p>
          <a:p>
            <a:pPr algn="just"/>
            <a:endParaRPr lang="en-US" sz="1200" b="1" u="sng" dirty="0">
              <a:solidFill>
                <a:srgbClr val="1F36C7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52D8B8-7A81-4AFA-6F2F-CECF7685C4F0}"/>
              </a:ext>
            </a:extLst>
          </p:cNvPr>
          <p:cNvSpPr/>
          <p:nvPr/>
        </p:nvSpPr>
        <p:spPr>
          <a:xfrm>
            <a:off x="811267" y="1305897"/>
            <a:ext cx="3037950" cy="246192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2" name="Down Arrow 39">
            <a:extLst>
              <a:ext uri="{FF2B5EF4-FFF2-40B4-BE49-F238E27FC236}">
                <a16:creationId xmlns:a16="http://schemas.microsoft.com/office/drawing/2014/main" id="{387D041A-6542-FAE0-D32B-314C5F2BAEC0}"/>
              </a:ext>
            </a:extLst>
          </p:cNvPr>
          <p:cNvSpPr/>
          <p:nvPr/>
        </p:nvSpPr>
        <p:spPr>
          <a:xfrm flipV="1">
            <a:off x="2137503" y="3743613"/>
            <a:ext cx="318418" cy="53644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itle 17">
            <a:extLst>
              <a:ext uri="{FF2B5EF4-FFF2-40B4-BE49-F238E27FC236}">
                <a16:creationId xmlns:a16="http://schemas.microsoft.com/office/drawing/2014/main" id="{16EB4395-9790-BA77-2AEA-34DC74F3C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PJP Creation (2 of 7)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A89AC7-7C48-155B-9126-7058B2BA1CD4}"/>
              </a:ext>
            </a:extLst>
          </p:cNvPr>
          <p:cNvSpPr/>
          <p:nvPr/>
        </p:nvSpPr>
        <p:spPr>
          <a:xfrm>
            <a:off x="6336415" y="4210605"/>
            <a:ext cx="5735980" cy="2361235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200" b="1" u="sng" dirty="0">
              <a:solidFill>
                <a:srgbClr val="1F36C7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PJP Description: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Enter a description to identify or provide additional details about the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Warehouse: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warehouse associated with the PJP from the dropdown.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Closing Date: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Displays the closing date of the PJP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Status: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Indicates whether the PJP is active or inactive.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Level No: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Enter the level number.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Mandatory NFC: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Yes or No to indicate whether NFC verification is mandatory for the PJP.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GPS Radius (Meters):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Enter the allowable GPS radius, in meters.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Virtual PJP: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Indicates a virtual PJP used for B2B orders placed directly by an outlet. The implementation team creates the virtual PJP for such orders.</a:t>
            </a:r>
          </a:p>
          <a:p>
            <a:pPr algn="just"/>
            <a:endParaRPr lang="en-US" sz="1200" b="1" u="sng" dirty="0">
              <a:solidFill>
                <a:srgbClr val="1F36C7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D8EBC7-57F5-3A06-FFFB-21582B51D6D5}"/>
              </a:ext>
            </a:extLst>
          </p:cNvPr>
          <p:cNvSpPr/>
          <p:nvPr/>
        </p:nvSpPr>
        <p:spPr>
          <a:xfrm>
            <a:off x="3900338" y="1306946"/>
            <a:ext cx="3352316" cy="246192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>
              <a:highlight>
                <a:srgbClr val="FFFF00"/>
              </a:highlight>
            </a:endParaRPr>
          </a:p>
        </p:txBody>
      </p:sp>
      <p:sp>
        <p:nvSpPr>
          <p:cNvPr id="13" name="Down Arrow 39">
            <a:extLst>
              <a:ext uri="{FF2B5EF4-FFF2-40B4-BE49-F238E27FC236}">
                <a16:creationId xmlns:a16="http://schemas.microsoft.com/office/drawing/2014/main" id="{BD1F41A4-E9B9-B93D-5C78-0B5426B405DC}"/>
              </a:ext>
            </a:extLst>
          </p:cNvPr>
          <p:cNvSpPr/>
          <p:nvPr/>
        </p:nvSpPr>
        <p:spPr>
          <a:xfrm flipV="1">
            <a:off x="6934236" y="3674163"/>
            <a:ext cx="318418" cy="53644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62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2223-AC41-2E73-0F9E-09C69BD5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A1698F-9755-999E-5FBB-0F00771A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92" y="862627"/>
            <a:ext cx="6469358" cy="3347978"/>
          </a:xfrm>
          <a:prstGeom prst="rect">
            <a:avLst/>
          </a:prstGeom>
        </p:spPr>
      </p:pic>
      <p:sp>
        <p:nvSpPr>
          <p:cNvPr id="14" name="Title 17">
            <a:extLst>
              <a:ext uri="{FF2B5EF4-FFF2-40B4-BE49-F238E27FC236}">
                <a16:creationId xmlns:a16="http://schemas.microsoft.com/office/drawing/2014/main" id="{6F37F96A-0160-F47B-5B82-0E1A2F9F4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PJP Creation (2 of 7)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A9F35-430E-2A82-F5A2-78B6C3A41467}"/>
              </a:ext>
            </a:extLst>
          </p:cNvPr>
          <p:cNvSpPr/>
          <p:nvPr/>
        </p:nvSpPr>
        <p:spPr>
          <a:xfrm>
            <a:off x="846883" y="4762077"/>
            <a:ext cx="6469358" cy="1469985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en-US" sz="1200" b="1" u="sng" dirty="0">
              <a:solidFill>
                <a:srgbClr val="1F36C7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Add: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Creates a new PJP record by allowing the user to enter the required details.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Save: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Saves the entered PJP details to the system.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Update: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Updates the existing PJP record with the latest changes.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Forward: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Forwards the PJP record to the next stage of the approval workflow.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Reject: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Rejects the PJP record and stops it from progressing through the approval workflow.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/>
            </a:endParaRPr>
          </a:p>
        </p:txBody>
      </p:sp>
      <p:sp>
        <p:nvSpPr>
          <p:cNvPr id="13" name="Down Arrow 39">
            <a:extLst>
              <a:ext uri="{FF2B5EF4-FFF2-40B4-BE49-F238E27FC236}">
                <a16:creationId xmlns:a16="http://schemas.microsoft.com/office/drawing/2014/main" id="{34D9934E-5645-2859-E47D-7FE587D4C1A0}"/>
              </a:ext>
            </a:extLst>
          </p:cNvPr>
          <p:cNvSpPr/>
          <p:nvPr/>
        </p:nvSpPr>
        <p:spPr>
          <a:xfrm flipV="1">
            <a:off x="3079868" y="4218120"/>
            <a:ext cx="318418" cy="53644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47103-5635-A501-A343-825D50E12FAB}"/>
              </a:ext>
            </a:extLst>
          </p:cNvPr>
          <p:cNvSpPr/>
          <p:nvPr/>
        </p:nvSpPr>
        <p:spPr>
          <a:xfrm>
            <a:off x="883591" y="3836101"/>
            <a:ext cx="3989351" cy="38201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81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3BCCD-77C2-6435-AE17-2BD220D64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01" y="1534419"/>
            <a:ext cx="10058400" cy="1419214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FB9EA3-335D-CA54-A7DD-69EA5744FEB8}"/>
              </a:ext>
            </a:extLst>
          </p:cNvPr>
          <p:cNvSpPr/>
          <p:nvPr/>
        </p:nvSpPr>
        <p:spPr>
          <a:xfrm>
            <a:off x="770601" y="896014"/>
            <a:ext cx="10663926" cy="443899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PJP Configuration Tab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configuration tab allows users to associate the PJP with the required sections and selling categories to customize its functionality.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9CF77-9A93-E5E9-74D3-B343A02B32D2}"/>
              </a:ext>
            </a:extLst>
          </p:cNvPr>
          <p:cNvSpPr/>
          <p:nvPr/>
        </p:nvSpPr>
        <p:spPr>
          <a:xfrm>
            <a:off x="770600" y="3183879"/>
            <a:ext cx="6177964" cy="349053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PJP Serial No: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This field will be a sequential number which is auto-generated.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Selling Category: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appropriate selling category from the provided list. Only those selling categories permissible for the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mapped DT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 will be visible in the dropdown.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Section: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</a:t>
            </a:r>
            <a:r>
              <a:rPr lang="en-GB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the section (logical grouping of outlets)  to map it with PJP</a:t>
            </a:r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Frequency: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frequency that indicates how frequent the visits would be, selecting the one would appears on the PJP.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Dropdown – Daily/Monthly/Weekly/Yearly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Repeat Days: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Repeat Days is the number of days for the PJP, if it is Monthly and days defined are 5 then this means that PJP is for 5 days in the entire. And the corresponding field is further used to specify the days for the PJP.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Start Date: </a:t>
            </a:r>
            <a:r>
              <a:rPr lang="en-GB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Start Date is the date for PJP to be started.</a:t>
            </a:r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Reference PJP: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Select the one Reference PJP that maps the Delivery Man PJP with Order Booker PJP.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 Every Order PJP must be linked to a delivery person PJP, and vice-versa. For the delivery app, the delivery PJP is mandatory. For non-delivery optimization (DT/non-Locus), a manual picklist will be generated based on the delivery person PJP and the cash memos of the order booker PJPs assigned to it.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C3AC4-D6E2-5464-80D7-C106B3BBA110}"/>
              </a:ext>
            </a:extLst>
          </p:cNvPr>
          <p:cNvSpPr/>
          <p:nvPr/>
        </p:nvSpPr>
        <p:spPr>
          <a:xfrm>
            <a:off x="7168082" y="3183879"/>
            <a:ext cx="4266446" cy="1650671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Add Record: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user can create a new record by clicking the (+) button. This action enables the addition of as many rows as necessary.</a:t>
            </a:r>
          </a:p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Edit Record: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Click edit to make changes to the existing entry.</a:t>
            </a:r>
          </a:p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Delete Record: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To delete any specific record, simply click the delete.</a:t>
            </a:r>
          </a:p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Save: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After entering the details, click save button to save the configuration.</a:t>
            </a:r>
          </a:p>
        </p:txBody>
      </p:sp>
      <p:sp>
        <p:nvSpPr>
          <p:cNvPr id="9" name="Down Arrow 46">
            <a:extLst>
              <a:ext uri="{FF2B5EF4-FFF2-40B4-BE49-F238E27FC236}">
                <a16:creationId xmlns:a16="http://schemas.microsoft.com/office/drawing/2014/main" id="{10E9D9BA-AD33-833B-57FB-C869EDDF5EA4}"/>
              </a:ext>
            </a:extLst>
          </p:cNvPr>
          <p:cNvSpPr/>
          <p:nvPr/>
        </p:nvSpPr>
        <p:spPr>
          <a:xfrm rot="10800000" flipV="1">
            <a:off x="5974846" y="1316533"/>
            <a:ext cx="242307" cy="36741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Down Arrow 49">
            <a:extLst>
              <a:ext uri="{FF2B5EF4-FFF2-40B4-BE49-F238E27FC236}">
                <a16:creationId xmlns:a16="http://schemas.microsoft.com/office/drawing/2014/main" id="{0CF0B8E4-B7C6-5C59-5C6D-ABC516CB9B51}"/>
              </a:ext>
            </a:extLst>
          </p:cNvPr>
          <p:cNvSpPr/>
          <p:nvPr/>
        </p:nvSpPr>
        <p:spPr>
          <a:xfrm flipV="1">
            <a:off x="1513449" y="2816469"/>
            <a:ext cx="242307" cy="36741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Down Arrow 41">
            <a:extLst>
              <a:ext uri="{FF2B5EF4-FFF2-40B4-BE49-F238E27FC236}">
                <a16:creationId xmlns:a16="http://schemas.microsoft.com/office/drawing/2014/main" id="{0206FFB4-A0A7-DA8A-41E8-94D2E3DC3E0C}"/>
              </a:ext>
            </a:extLst>
          </p:cNvPr>
          <p:cNvSpPr/>
          <p:nvPr/>
        </p:nvSpPr>
        <p:spPr>
          <a:xfrm flipV="1">
            <a:off x="10538235" y="2825280"/>
            <a:ext cx="242307" cy="383354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CEFF95-0158-331B-E26E-CC123E463FA7}"/>
              </a:ext>
            </a:extLst>
          </p:cNvPr>
          <p:cNvSpPr/>
          <p:nvPr/>
        </p:nvSpPr>
        <p:spPr>
          <a:xfrm>
            <a:off x="1362999" y="1538700"/>
            <a:ext cx="945636" cy="244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EEB3E-F5A3-A8A7-EA25-57551A86D07F}"/>
              </a:ext>
            </a:extLst>
          </p:cNvPr>
          <p:cNvSpPr/>
          <p:nvPr/>
        </p:nvSpPr>
        <p:spPr>
          <a:xfrm>
            <a:off x="770600" y="2244026"/>
            <a:ext cx="10058399" cy="4598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33F50-41D0-CC18-0431-1F3E89B60F69}"/>
              </a:ext>
            </a:extLst>
          </p:cNvPr>
          <p:cNvSpPr/>
          <p:nvPr/>
        </p:nvSpPr>
        <p:spPr>
          <a:xfrm>
            <a:off x="10538235" y="2058573"/>
            <a:ext cx="272658" cy="1786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3DD3E231-21C8-2301-2E2B-50AC328F4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PJP Creation (4 of 7)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78100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C016F-1DD8-14E6-B77D-6F23ABC39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10" y="2762102"/>
            <a:ext cx="7056036" cy="3861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444313-17CB-D8BC-B735-4578CA87F83A}"/>
              </a:ext>
            </a:extLst>
          </p:cNvPr>
          <p:cNvSpPr/>
          <p:nvPr/>
        </p:nvSpPr>
        <p:spPr>
          <a:xfrm>
            <a:off x="760490" y="867931"/>
            <a:ext cx="10637823" cy="425530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Once a PJP header and configuration details have been filled, the user clicks on the ‘Forward’ button on the header tab to send the PJP request to TM user for approval.</a:t>
            </a:r>
          </a:p>
        </p:txBody>
      </p:sp>
      <p:sp>
        <p:nvSpPr>
          <p:cNvPr id="3" name="Title 17">
            <a:extLst>
              <a:ext uri="{FF2B5EF4-FFF2-40B4-BE49-F238E27FC236}">
                <a16:creationId xmlns:a16="http://schemas.microsoft.com/office/drawing/2014/main" id="{B9462BD5-5EB9-F880-3906-BD625199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PJP Creation – Approval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9182C2-0BC1-080D-9867-CBD36347574D}"/>
              </a:ext>
            </a:extLst>
          </p:cNvPr>
          <p:cNvSpPr/>
          <p:nvPr/>
        </p:nvSpPr>
        <p:spPr>
          <a:xfrm>
            <a:off x="2967276" y="6292273"/>
            <a:ext cx="771347" cy="228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93FCA-4FEE-78A4-0E5E-3BE32BCBE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113"/>
          <a:stretch/>
        </p:blipFill>
        <p:spPr>
          <a:xfrm>
            <a:off x="2241228" y="1459884"/>
            <a:ext cx="1905000" cy="1133072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FCF98F-AE7C-A743-9AE1-34CDB6943861}"/>
              </a:ext>
            </a:extLst>
          </p:cNvPr>
          <p:cNvSpPr/>
          <p:nvPr/>
        </p:nvSpPr>
        <p:spPr>
          <a:xfrm>
            <a:off x="4469098" y="1715447"/>
            <a:ext cx="5633040" cy="66894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TM user searches for the PJP Creation into the search box located on the main page.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Home-&gt;Distributor Setup-&gt;Journey Plan-&gt;PJP Creation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/>
            </a:endParaRPr>
          </a:p>
        </p:txBody>
      </p:sp>
      <p:sp>
        <p:nvSpPr>
          <p:cNvPr id="9" name="Down Arrow 39">
            <a:extLst>
              <a:ext uri="{FF2B5EF4-FFF2-40B4-BE49-F238E27FC236}">
                <a16:creationId xmlns:a16="http://schemas.microsoft.com/office/drawing/2014/main" id="{499CD2A8-6646-3B3E-9F03-45942B463AD0}"/>
              </a:ext>
            </a:extLst>
          </p:cNvPr>
          <p:cNvSpPr/>
          <p:nvPr/>
        </p:nvSpPr>
        <p:spPr>
          <a:xfrm rot="16200000" flipV="1">
            <a:off x="4195230" y="1754444"/>
            <a:ext cx="203701" cy="33840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388D3-E532-691A-1E2D-563926004275}"/>
              </a:ext>
            </a:extLst>
          </p:cNvPr>
          <p:cNvSpPr/>
          <p:nvPr/>
        </p:nvSpPr>
        <p:spPr>
          <a:xfrm>
            <a:off x="2241228" y="1818591"/>
            <a:ext cx="1905001" cy="2069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5A19C-D24E-B811-83E8-568BA731B005}"/>
              </a:ext>
            </a:extLst>
          </p:cNvPr>
          <p:cNvSpPr/>
          <p:nvPr/>
        </p:nvSpPr>
        <p:spPr>
          <a:xfrm>
            <a:off x="10102137" y="4692890"/>
            <a:ext cx="1823479" cy="2001942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TM user selects the required PJP which is pending for approval and clicks on the ‘Forward’/’Reject’ button to approv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e/reject the same. PJP Status is changed to Active once TM approved it.</a:t>
            </a:r>
            <a:endParaRPr lang="en-US" sz="1200">
              <a:solidFill>
                <a:schemeClr val="tx1"/>
              </a:solidFill>
              <a:highlight>
                <a:srgbClr val="FFFF00"/>
              </a:highlight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17" name="Down Arrow 39">
            <a:extLst>
              <a:ext uri="{FF2B5EF4-FFF2-40B4-BE49-F238E27FC236}">
                <a16:creationId xmlns:a16="http://schemas.microsoft.com/office/drawing/2014/main" id="{C7613D52-A3AE-147D-3F9E-5D5C4EF3DADB}"/>
              </a:ext>
            </a:extLst>
          </p:cNvPr>
          <p:cNvSpPr/>
          <p:nvPr/>
        </p:nvSpPr>
        <p:spPr>
          <a:xfrm rot="16200000" flipV="1">
            <a:off x="6806340" y="3258429"/>
            <a:ext cx="228078" cy="636351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56042-CFFA-91DF-10A4-9EFCF14198F8}"/>
              </a:ext>
            </a:extLst>
          </p:cNvPr>
          <p:cNvSpPr/>
          <p:nvPr/>
        </p:nvSpPr>
        <p:spPr>
          <a:xfrm>
            <a:off x="421210" y="2924449"/>
            <a:ext cx="6955553" cy="363062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91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C59EDC-66D9-563B-2028-C02A9809FDF9}"/>
              </a:ext>
            </a:extLst>
          </p:cNvPr>
          <p:cNvSpPr/>
          <p:nvPr/>
        </p:nvSpPr>
        <p:spPr>
          <a:xfrm>
            <a:off x="755650" y="1007674"/>
            <a:ext cx="5676757" cy="276999"/>
          </a:xfrm>
          <a:prstGeom prst="rect">
            <a:avLst/>
          </a:prstGeom>
          <a:solidFill>
            <a:srgbClr val="F2F2F2"/>
          </a:solidFill>
          <a:ln>
            <a:solidFill>
              <a:srgbClr val="667D9E"/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In this interface, users have the capability to modify specific attributes regarding PJP.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48B0B-64E6-CE46-D322-278F93E27F0E}"/>
              </a:ext>
            </a:extLst>
          </p:cNvPr>
          <p:cNvSpPr/>
          <p:nvPr/>
        </p:nvSpPr>
        <p:spPr>
          <a:xfrm>
            <a:off x="6238753" y="2222674"/>
            <a:ext cx="3552656" cy="350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n-US" sz="11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Search for ‘PJP Change Request’ in the menu</a:t>
            </a:r>
          </a:p>
          <a:p>
            <a:pPr lvl="0" algn="just"/>
            <a:r>
              <a:rPr lang="en-US" sz="11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Distributor -&gt; Journey Plan -&gt; PJP Change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59EDC-66D9-563B-2028-C02A9809FDF9}"/>
              </a:ext>
            </a:extLst>
          </p:cNvPr>
          <p:cNvSpPr/>
          <p:nvPr/>
        </p:nvSpPr>
        <p:spPr>
          <a:xfrm>
            <a:off x="2331764" y="5311046"/>
            <a:ext cx="7813978" cy="577081"/>
          </a:xfrm>
          <a:prstGeom prst="rect">
            <a:avLst/>
          </a:prstGeom>
          <a:solidFill>
            <a:srgbClr val="F2F2F2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050" b="1" dirty="0">
                <a:solidFill>
                  <a:srgbClr val="1D4EAA"/>
                </a:solidFill>
                <a:latin typeface="Unilever Shilling" panose="020B0502020202020204"/>
                <a:cs typeface="Poppins" panose="00000500000000000000" pitchFamily="2" charset="0"/>
              </a:rPr>
              <a:t>List of PJPs:</a:t>
            </a:r>
            <a:endParaRPr lang="en-US" sz="1000" b="1" dirty="0">
              <a:solidFill>
                <a:srgbClr val="1D4EAA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05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Upon accessing the screen, users will be presented with a comprehensive list of PJPs. This list displays all currently approved PJPs.</a:t>
            </a:r>
          </a:p>
          <a:p>
            <a:pPr algn="just"/>
            <a:r>
              <a:rPr lang="en-US" sz="105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User can select the required record and update the fields in the PJP modification section</a:t>
            </a:r>
          </a:p>
        </p:txBody>
      </p:sp>
      <p:sp>
        <p:nvSpPr>
          <p:cNvPr id="11" name="Down Arrow 10"/>
          <p:cNvSpPr/>
          <p:nvPr/>
        </p:nvSpPr>
        <p:spPr>
          <a:xfrm rot="5400000" flipH="1">
            <a:off x="5825496" y="2109996"/>
            <a:ext cx="300578" cy="52593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4EAA3E-48AB-D24F-24B9-FFA9F173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722" y="1941582"/>
            <a:ext cx="1914525" cy="108585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B05581-B474-E16B-DF3A-02A1261EEA56}"/>
              </a:ext>
            </a:extLst>
          </p:cNvPr>
          <p:cNvSpPr/>
          <p:nvPr/>
        </p:nvSpPr>
        <p:spPr>
          <a:xfrm>
            <a:off x="3812234" y="2245487"/>
            <a:ext cx="1900583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10800000" flipH="1">
            <a:off x="5276176" y="4730522"/>
            <a:ext cx="300108" cy="580523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EF67CB4E-82D3-B1B0-A86C-78E62962F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01600"/>
            <a:ext cx="10526713" cy="546100"/>
          </a:xfrm>
        </p:spPr>
        <p:txBody>
          <a:bodyPr>
            <a:normAutofit/>
          </a:bodyPr>
          <a:lstStyle/>
          <a:p>
            <a:r>
              <a:rPr lang="en-IN" dirty="0">
                <a:latin typeface="Unilever Shilling" panose="020B0502020202020204"/>
              </a:rPr>
              <a:t>PJP Header – Update (1 of 2)</a:t>
            </a:r>
            <a:endParaRPr lang="en-GB" b="0" dirty="0">
              <a:latin typeface="Unilever Shilling" panose="020B0502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5C717-8A47-6BBB-E58B-BC29ADFF4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319022"/>
            <a:ext cx="11582400" cy="13716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C38C3F5-8057-0846-3B32-AB5D06CE0028}"/>
              </a:ext>
            </a:extLst>
          </p:cNvPr>
          <p:cNvSpPr/>
          <p:nvPr/>
        </p:nvSpPr>
        <p:spPr>
          <a:xfrm>
            <a:off x="304800" y="3373418"/>
            <a:ext cx="11582400" cy="131544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267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1480-E928-F8DF-CE02-D6317C0A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B1784B-BA4A-6D54-4CAF-1DE9D5E3B248}"/>
              </a:ext>
            </a:extLst>
          </p:cNvPr>
          <p:cNvSpPr/>
          <p:nvPr/>
        </p:nvSpPr>
        <p:spPr>
          <a:xfrm>
            <a:off x="5233258" y="1933204"/>
            <a:ext cx="6547090" cy="2492990"/>
          </a:xfrm>
          <a:prstGeom prst="rect">
            <a:avLst/>
          </a:prstGeom>
          <a:solidFill>
            <a:srgbClr val="F2F2F2"/>
          </a:solidFill>
          <a:ln>
            <a:solidFill>
              <a:srgbClr val="667D9E"/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 Description:</a:t>
            </a:r>
            <a:endParaRPr lang="en-US" sz="1200" b="1" u="sng" dirty="0">
              <a:solidFill>
                <a:srgbClr val="0070C0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PJP Description: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name/title of the PJP. Enter the new description if any changes are required.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DSR: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DSR mapped to the PJP. Update if necessary.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Warehouse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: The warehouse mapped to the DSR. Update if necessary.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Status: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current operational status of the DSR. Change if required.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GPS Restriction: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Indicates whether GPS-based location restriction is enabled for the PJP.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GPS Radius: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permitted GPS radius for the PJP.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DDO Indicator: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Indicates whether the DDO option is enabled for the PJP.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Sales Route Type: </a:t>
            </a:r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sales route type assigned to the PJP.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endParaRPr lang="en-US" sz="1200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Once the required changes are done, user clicks on the ‘Save’ button to save the same and then the ‘Forward’ button to send the request for approval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73EB610-3C0C-3755-92B8-808E6228B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01600"/>
            <a:ext cx="10526713" cy="546100"/>
          </a:xfrm>
        </p:spPr>
        <p:txBody>
          <a:bodyPr>
            <a:normAutofit/>
          </a:bodyPr>
          <a:lstStyle/>
          <a:p>
            <a:r>
              <a:rPr lang="en-IN" dirty="0">
                <a:latin typeface="Unilever Shilling" panose="020B0502020202020204"/>
              </a:rPr>
              <a:t>PJP Header – Update (2 of 2)</a:t>
            </a:r>
            <a:endParaRPr lang="en-GB" b="0" dirty="0">
              <a:latin typeface="Unilever Shilling" panose="020B050202020202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93F7EC-D5D4-1229-C4C0-F37B53CD5E5D}"/>
              </a:ext>
            </a:extLst>
          </p:cNvPr>
          <p:cNvGrpSpPr/>
          <p:nvPr/>
        </p:nvGrpSpPr>
        <p:grpSpPr>
          <a:xfrm>
            <a:off x="220214" y="921171"/>
            <a:ext cx="4977554" cy="5902104"/>
            <a:chOff x="373044" y="831146"/>
            <a:chExt cx="4977554" cy="59021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968E6E-DE7A-046F-705E-AFF39520A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097" y="831146"/>
              <a:ext cx="4968501" cy="519793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932ADED-3AF7-067E-C34C-63E00EC53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993"/>
            <a:stretch>
              <a:fillRect/>
            </a:stretch>
          </p:blipFill>
          <p:spPr>
            <a:xfrm>
              <a:off x="373044" y="5960630"/>
              <a:ext cx="4858375" cy="77262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2C231E0-2DBD-0140-5053-7062B4BCA36F}"/>
              </a:ext>
            </a:extLst>
          </p:cNvPr>
          <p:cNvSpPr/>
          <p:nvPr/>
        </p:nvSpPr>
        <p:spPr>
          <a:xfrm>
            <a:off x="229267" y="921171"/>
            <a:ext cx="4689974" cy="583522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3148C88F-222C-0324-4AE4-7202D6008D4D}"/>
              </a:ext>
            </a:extLst>
          </p:cNvPr>
          <p:cNvSpPr/>
          <p:nvPr/>
        </p:nvSpPr>
        <p:spPr>
          <a:xfrm rot="5400000">
            <a:off x="4813556" y="2624417"/>
            <a:ext cx="301129" cy="50278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7841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B65D7D-60B3-2DFA-3456-CC46D8F4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64" y="2750394"/>
            <a:ext cx="9493383" cy="18288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B11614-F956-E4AE-2DBE-0D9FB7D40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157" y="1398003"/>
            <a:ext cx="2162175" cy="1190625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C59EDC-66D9-563B-2028-C02A9809FDF9}"/>
              </a:ext>
            </a:extLst>
          </p:cNvPr>
          <p:cNvSpPr/>
          <p:nvPr/>
        </p:nvSpPr>
        <p:spPr>
          <a:xfrm>
            <a:off x="755650" y="944303"/>
            <a:ext cx="4821285" cy="276999"/>
          </a:xfrm>
          <a:prstGeom prst="rect">
            <a:avLst/>
          </a:prstGeom>
          <a:solidFill>
            <a:srgbClr val="F2F2F2"/>
          </a:solidFill>
          <a:ln>
            <a:solidFill>
              <a:srgbClr val="667D9E"/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In this interface, users have the capability to modify the PJP configuration.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48B0B-64E6-CE46-D322-278F93E27F0E}"/>
              </a:ext>
            </a:extLst>
          </p:cNvPr>
          <p:cNvSpPr/>
          <p:nvPr/>
        </p:nvSpPr>
        <p:spPr>
          <a:xfrm>
            <a:off x="6080231" y="1683490"/>
            <a:ext cx="3969116" cy="4169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Search for ‘Change Track PJP Config’ in the menu</a:t>
            </a:r>
          </a:p>
          <a:p>
            <a:pPr lvl="0"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Distributor -&gt; Journey Plan -&gt; Change Track PJP Config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59EDC-66D9-563B-2028-C02A9809FDF9}"/>
              </a:ext>
            </a:extLst>
          </p:cNvPr>
          <p:cNvSpPr/>
          <p:nvPr/>
        </p:nvSpPr>
        <p:spPr>
          <a:xfrm>
            <a:off x="7446994" y="4818008"/>
            <a:ext cx="4536778" cy="1569660"/>
          </a:xfrm>
          <a:prstGeom prst="rect">
            <a:avLst/>
          </a:prstGeom>
          <a:solidFill>
            <a:srgbClr val="F2F2F2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200" b="1" dirty="0">
                <a:solidFill>
                  <a:srgbClr val="1D4EAA"/>
                </a:solidFill>
                <a:latin typeface="Unilever Shilling" panose="020B0502020202020204"/>
                <a:cs typeface="Poppins" panose="00000500000000000000" pitchFamily="2" charset="0"/>
              </a:rPr>
              <a:t>List of PJPs:</a:t>
            </a:r>
          </a:p>
          <a:p>
            <a:pPr algn="just"/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Upon accessing the screen, users will be presented with a comprehensive list of PJPs. This list displays all currently approved PJPs.</a:t>
            </a:r>
          </a:p>
          <a:p>
            <a:pPr algn="just"/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When user selects the required PJP, the corresponding PJP configuration records are displayed in the next grid.</a:t>
            </a:r>
          </a:p>
          <a:p>
            <a:pPr algn="just"/>
            <a:r>
              <a:rPr lang="en-US" sz="12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User can then select the required PJP configuration record for modification.</a:t>
            </a:r>
          </a:p>
        </p:txBody>
      </p:sp>
      <p:sp>
        <p:nvSpPr>
          <p:cNvPr id="11" name="Down Arrow 10"/>
          <p:cNvSpPr/>
          <p:nvPr/>
        </p:nvSpPr>
        <p:spPr>
          <a:xfrm rot="5400000" flipH="1">
            <a:off x="5780828" y="1680621"/>
            <a:ext cx="313907" cy="284899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B05581-B474-E16B-DF3A-02A1261EEA56}"/>
              </a:ext>
            </a:extLst>
          </p:cNvPr>
          <p:cNvSpPr/>
          <p:nvPr/>
        </p:nvSpPr>
        <p:spPr>
          <a:xfrm>
            <a:off x="3702868" y="1689707"/>
            <a:ext cx="2007274" cy="326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38C3F5-8057-0846-3B32-AB5D06CE0028}"/>
              </a:ext>
            </a:extLst>
          </p:cNvPr>
          <p:cNvSpPr/>
          <p:nvPr/>
        </p:nvSpPr>
        <p:spPr>
          <a:xfrm>
            <a:off x="208228" y="2904059"/>
            <a:ext cx="8664165" cy="1392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EF67CB4E-82D3-B1B0-A86C-78E62962F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01600"/>
            <a:ext cx="10526713" cy="546100"/>
          </a:xfrm>
        </p:spPr>
        <p:txBody>
          <a:bodyPr>
            <a:normAutofit/>
          </a:bodyPr>
          <a:lstStyle/>
          <a:p>
            <a:r>
              <a:rPr lang="en-IN" dirty="0">
                <a:latin typeface="Unilever Shilling" panose="020B0502020202020204"/>
              </a:rPr>
              <a:t>PJP Configuration – Update (1 of 2)</a:t>
            </a:r>
            <a:endParaRPr lang="en-GB" b="0" dirty="0">
              <a:latin typeface="Unilever Shilling" panose="020B050202020202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5EC5D-3482-6079-E131-C3CBE0A826B2}"/>
              </a:ext>
            </a:extLst>
          </p:cNvPr>
          <p:cNvSpPr/>
          <p:nvPr/>
        </p:nvSpPr>
        <p:spPr>
          <a:xfrm>
            <a:off x="412445" y="4907472"/>
            <a:ext cx="6026745" cy="884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5400000" flipH="1">
            <a:off x="6790851" y="4576242"/>
            <a:ext cx="304481" cy="1007804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16" name="Down Arrow 11">
            <a:extLst>
              <a:ext uri="{FF2B5EF4-FFF2-40B4-BE49-F238E27FC236}">
                <a16:creationId xmlns:a16="http://schemas.microsoft.com/office/drawing/2014/main" id="{7AE38F5E-90D4-3ED7-D516-74342A0F5CCA}"/>
              </a:ext>
            </a:extLst>
          </p:cNvPr>
          <p:cNvSpPr/>
          <p:nvPr/>
        </p:nvSpPr>
        <p:spPr>
          <a:xfrm rot="10800000" flipH="1">
            <a:off x="7841778" y="4332228"/>
            <a:ext cx="197700" cy="4857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CCC68C-4B39-4EE6-1FBD-C18B3D07BDD3}"/>
              </a:ext>
            </a:extLst>
          </p:cNvPr>
          <p:cNvGrpSpPr/>
          <p:nvPr/>
        </p:nvGrpSpPr>
        <p:grpSpPr>
          <a:xfrm>
            <a:off x="412445" y="5037575"/>
            <a:ext cx="5872671" cy="661789"/>
            <a:chOff x="5681384" y="5457320"/>
            <a:chExt cx="5872671" cy="6617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DF5ACA5-484E-EE8F-A9BB-6AC008018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81384" y="5470623"/>
              <a:ext cx="3510554" cy="64848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142522-3B85-1A04-9E49-9959782A6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1938" y="5457320"/>
              <a:ext cx="2362117" cy="65121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85640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7DEDAD-7A17-7292-3B04-99F6C9389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4914837"/>
            <a:ext cx="10493118" cy="18288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F7D0DB-F86E-2CE4-4000-532B94C78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8" y="823515"/>
            <a:ext cx="4041958" cy="36576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Down Arrow 12"/>
          <p:cNvSpPr/>
          <p:nvPr/>
        </p:nvSpPr>
        <p:spPr>
          <a:xfrm rot="5400000">
            <a:off x="4992134" y="955264"/>
            <a:ext cx="195205" cy="49373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C4FE7-E2A6-BBA3-1860-2343B9AC943B}"/>
              </a:ext>
            </a:extLst>
          </p:cNvPr>
          <p:cNvSpPr/>
          <p:nvPr/>
        </p:nvSpPr>
        <p:spPr>
          <a:xfrm>
            <a:off x="5336603" y="3329828"/>
            <a:ext cx="6081643" cy="1446550"/>
          </a:xfrm>
          <a:prstGeom prst="rect">
            <a:avLst/>
          </a:prstGeom>
          <a:solidFill>
            <a:srgbClr val="F2F2F2"/>
          </a:solidFill>
          <a:ln>
            <a:solidFill>
              <a:srgbClr val="667D9E"/>
            </a:solidFill>
          </a:ln>
          <a:effectLst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11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Approve modification of PJP Configuration</a:t>
            </a:r>
            <a:endParaRPr lang="en-US" sz="1100" b="1" u="sng" dirty="0">
              <a:solidFill>
                <a:srgbClr val="0070C0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/>
              </a:rPr>
              <a:t>To approve the modification of a PJP configuration, TM user will:</a:t>
            </a:r>
            <a:endParaRPr lang="en-US" sz="1100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Navigate to the ‘Change Track PJP Config’ screen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All modification requests will be listed in the grid with the details – 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Request No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, 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Description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, 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Distributor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, 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Status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 and 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Request Date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Select the required request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Review</a:t>
            </a: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 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submitted changes in attributes of the selected PJP configuration.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Click on the 'Forward' button to approve the modifications.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38C3F5-8057-0846-3B32-AB5D06CE0028}"/>
              </a:ext>
            </a:extLst>
          </p:cNvPr>
          <p:cNvSpPr/>
          <p:nvPr/>
        </p:nvSpPr>
        <p:spPr>
          <a:xfrm>
            <a:off x="800913" y="1104527"/>
            <a:ext cx="4006397" cy="33479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6AC69-47C1-FA06-1B3C-C1B3B6E21364}"/>
              </a:ext>
            </a:extLst>
          </p:cNvPr>
          <p:cNvSpPr/>
          <p:nvPr/>
        </p:nvSpPr>
        <p:spPr>
          <a:xfrm>
            <a:off x="5336603" y="827548"/>
            <a:ext cx="6081643" cy="2123658"/>
          </a:xfrm>
          <a:prstGeom prst="rect">
            <a:avLst/>
          </a:prstGeom>
          <a:solidFill>
            <a:srgbClr val="F2F2F2"/>
          </a:solidFill>
          <a:ln>
            <a:solidFill>
              <a:srgbClr val="667D9E"/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1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 Description:</a:t>
            </a:r>
            <a:endParaRPr lang="en-US" sz="1100" b="1" u="sng" dirty="0">
              <a:solidFill>
                <a:srgbClr val="0070C0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Category: 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selling category mapped to the PJP configuration. Update if necessary.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Section: 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section mapped to the PJP configuration. Update if necessary.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Frequency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: The frequency set up to the PJP configuration. Update if necessary.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Repeat Day: 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The no. of days the PJP configuration repeats in the selected frequency. Change if required.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Start Day: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 The starting day of the PJP configuration as per the selected frequency. Change if required</a:t>
            </a:r>
            <a:endParaRPr lang="en-US" sz="1100" b="1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Reference PJP:</a:t>
            </a:r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 The mapping of an order booker PJP to a delivery person PJP and vice versa. Change if required.</a:t>
            </a:r>
            <a:endParaRPr lang="en-US" sz="1100" b="1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endParaRPr lang="en-US" sz="1100" dirty="0">
              <a:solidFill>
                <a:prstClr val="black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Unilever Shilling" panose="020B0502020202020204"/>
                <a:cs typeface="Poppins" panose="00000500000000000000" pitchFamily="2" charset="0"/>
              </a:rPr>
              <a:t>Once the required changes are done, user clicks on the ‘Save’ button to save the same and then the ‘Forward’ button to send the request for approval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77CB84-8C4B-5CE1-231E-5291EF316162}"/>
              </a:ext>
            </a:extLst>
          </p:cNvPr>
          <p:cNvSpPr/>
          <p:nvPr/>
        </p:nvSpPr>
        <p:spPr>
          <a:xfrm>
            <a:off x="759225" y="5106154"/>
            <a:ext cx="9217694" cy="13189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 rot="10800000">
            <a:off x="8081684" y="4776377"/>
            <a:ext cx="295739" cy="30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609E5DC-FC39-F98C-4007-79F78FE091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01600"/>
            <a:ext cx="10526713" cy="546100"/>
          </a:xfrm>
        </p:spPr>
        <p:txBody>
          <a:bodyPr>
            <a:normAutofit/>
          </a:bodyPr>
          <a:lstStyle/>
          <a:p>
            <a:r>
              <a:rPr lang="en-IN" dirty="0">
                <a:latin typeface="Unilever Shilling" panose="020B0502020202020204"/>
              </a:rPr>
              <a:t>PJP Configuration – Update (2 of 2)</a:t>
            </a:r>
            <a:endParaRPr lang="en-GB" b="0" dirty="0">
              <a:latin typeface="Unilever Shilling" panose="020B0502020202020204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6014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8BDBA8-3CC6-D139-FE07-1B6BE82B9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523" y="1037687"/>
            <a:ext cx="2562726" cy="2032061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1E2E78-BF04-31E0-488B-A26FF302EFAF}"/>
              </a:ext>
            </a:extLst>
          </p:cNvPr>
          <p:cNvSpPr/>
          <p:nvPr/>
        </p:nvSpPr>
        <p:spPr>
          <a:xfrm>
            <a:off x="5606651" y="1570739"/>
            <a:ext cx="4363834" cy="846536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To locate a specific selling category, utilize the search function located on the homepage.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Company Setup -&gt; General -&gt; Selling Category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465831-1069-BC0E-8F19-BB45E7180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76" y="3371096"/>
            <a:ext cx="11490157" cy="1571228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73830BC-D7C9-8426-A565-3B0CF384BE43}"/>
              </a:ext>
            </a:extLst>
          </p:cNvPr>
          <p:cNvSpPr/>
          <p:nvPr/>
        </p:nvSpPr>
        <p:spPr>
          <a:xfrm>
            <a:off x="4639655" y="5215324"/>
            <a:ext cx="7184878" cy="986299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Existing Selling Categories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This section displays the list of all the existing selling categories.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user can click on one of the rows to access the selling category of interest.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Upon selecting a selling category, all details corresponding to the selected selling category will be displayed.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same screen can be used to create new or update existing selling categories.</a:t>
            </a:r>
          </a:p>
        </p:txBody>
      </p:sp>
      <p:sp>
        <p:nvSpPr>
          <p:cNvPr id="11" name="Down Arrow 28">
            <a:extLst>
              <a:ext uri="{FF2B5EF4-FFF2-40B4-BE49-F238E27FC236}">
                <a16:creationId xmlns:a16="http://schemas.microsoft.com/office/drawing/2014/main" id="{BF0BCC82-6401-AF2D-FA7A-1EC1EBBCAC81}"/>
              </a:ext>
            </a:extLst>
          </p:cNvPr>
          <p:cNvSpPr/>
          <p:nvPr/>
        </p:nvSpPr>
        <p:spPr>
          <a:xfrm rot="10800000">
            <a:off x="8821200" y="4803274"/>
            <a:ext cx="254778" cy="421104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884041-A89F-12B8-209A-2E292B386426}"/>
              </a:ext>
            </a:extLst>
          </p:cNvPr>
          <p:cNvSpPr/>
          <p:nvPr/>
        </p:nvSpPr>
        <p:spPr>
          <a:xfrm>
            <a:off x="2687464" y="1570740"/>
            <a:ext cx="2491118" cy="361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7" name="Down Arrow 23">
            <a:extLst>
              <a:ext uri="{FF2B5EF4-FFF2-40B4-BE49-F238E27FC236}">
                <a16:creationId xmlns:a16="http://schemas.microsoft.com/office/drawing/2014/main" id="{79A4B1A1-ABB7-C6EE-DECC-C323FE80A4AC}"/>
              </a:ext>
            </a:extLst>
          </p:cNvPr>
          <p:cNvSpPr/>
          <p:nvPr/>
        </p:nvSpPr>
        <p:spPr>
          <a:xfrm rot="16200000" flipV="1">
            <a:off x="5275035" y="1600535"/>
            <a:ext cx="235161" cy="428069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itle 17">
            <a:extLst>
              <a:ext uri="{FF2B5EF4-FFF2-40B4-BE49-F238E27FC236}">
                <a16:creationId xmlns:a16="http://schemas.microsoft.com/office/drawing/2014/main" id="{D50F9263-86FC-08E0-F820-E1243C49C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 - Create/Update (1 of 4)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87DAB2-720C-3E0F-824A-E318DF2869D9}"/>
              </a:ext>
            </a:extLst>
          </p:cNvPr>
          <p:cNvSpPr/>
          <p:nvPr/>
        </p:nvSpPr>
        <p:spPr>
          <a:xfrm>
            <a:off x="436095" y="3407307"/>
            <a:ext cx="9694730" cy="1037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94833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0594085-37F5-BF9C-96F6-7E8C7D392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83" y="1205697"/>
            <a:ext cx="6200775" cy="4324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2098B3-F5A4-C05E-8D27-5B5F39923C89}"/>
              </a:ext>
            </a:extLst>
          </p:cNvPr>
          <p:cNvSpPr/>
          <p:nvPr/>
        </p:nvSpPr>
        <p:spPr>
          <a:xfrm>
            <a:off x="7111785" y="1563296"/>
            <a:ext cx="4481144" cy="285479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Code: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Unique selling category code to effectively differentiate each selling category.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Description: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Description of the selling category for clarity and categorization purposes.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Abbreviation: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Abbreviation of the selling category.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Entry Mode: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Indicates the level to which the selling category is mapped for organizational purposes.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Status: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Status of the selling category (Yes/No), indicating whether it is active or inactive.</a:t>
            </a:r>
          </a:p>
          <a:p>
            <a:pPr algn="just"/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Image Path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: Path pointing to location where the image corresponding to the selling category has been placed.</a:t>
            </a:r>
          </a:p>
        </p:txBody>
      </p:sp>
      <p:sp>
        <p:nvSpPr>
          <p:cNvPr id="7" name="Down Arrow 23">
            <a:extLst>
              <a:ext uri="{FF2B5EF4-FFF2-40B4-BE49-F238E27FC236}">
                <a16:creationId xmlns:a16="http://schemas.microsoft.com/office/drawing/2014/main" id="{6BEF4945-EA5F-2490-D113-13E75F9EF026}"/>
              </a:ext>
            </a:extLst>
          </p:cNvPr>
          <p:cNvSpPr/>
          <p:nvPr/>
        </p:nvSpPr>
        <p:spPr>
          <a:xfrm rot="16200000" flipV="1">
            <a:off x="6181512" y="1671833"/>
            <a:ext cx="235161" cy="162538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4DA3A-1B65-20F3-B1D7-654197FF31E7}"/>
              </a:ext>
            </a:extLst>
          </p:cNvPr>
          <p:cNvSpPr/>
          <p:nvPr/>
        </p:nvSpPr>
        <p:spPr>
          <a:xfrm>
            <a:off x="316252" y="5008451"/>
            <a:ext cx="3642289" cy="33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3" name="Title 17">
            <a:extLst>
              <a:ext uri="{FF2B5EF4-FFF2-40B4-BE49-F238E27FC236}">
                <a16:creationId xmlns:a16="http://schemas.microsoft.com/office/drawing/2014/main" id="{DF16406D-2A2A-BC01-967B-F32465446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Category- Create/Update (1 of 4)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47DE14-854E-0F37-A8A8-66AACB50A5B4}"/>
              </a:ext>
            </a:extLst>
          </p:cNvPr>
          <p:cNvSpPr/>
          <p:nvPr/>
        </p:nvSpPr>
        <p:spPr>
          <a:xfrm>
            <a:off x="591498" y="5777123"/>
            <a:ext cx="2811473" cy="787549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Save Button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Once all the required information has been entered, the save button is clicked to save the information.</a:t>
            </a:r>
          </a:p>
        </p:txBody>
      </p:sp>
      <p:sp>
        <p:nvSpPr>
          <p:cNvPr id="4" name="Down Arrow 18">
            <a:extLst>
              <a:ext uri="{FF2B5EF4-FFF2-40B4-BE49-F238E27FC236}">
                <a16:creationId xmlns:a16="http://schemas.microsoft.com/office/drawing/2014/main" id="{7100963A-D247-6BE5-5654-8228262D76AC}"/>
              </a:ext>
            </a:extLst>
          </p:cNvPr>
          <p:cNvSpPr/>
          <p:nvPr/>
        </p:nvSpPr>
        <p:spPr>
          <a:xfrm flipV="1">
            <a:off x="1826252" y="5381401"/>
            <a:ext cx="166753" cy="388383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178AB-9926-7995-41A9-D50349BC2F02}"/>
              </a:ext>
            </a:extLst>
          </p:cNvPr>
          <p:cNvSpPr/>
          <p:nvPr/>
        </p:nvSpPr>
        <p:spPr>
          <a:xfrm>
            <a:off x="242323" y="1729213"/>
            <a:ext cx="5081122" cy="291769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4698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EEAAFD-65DD-7CA7-4242-27AEAEA8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37" y="2566182"/>
            <a:ext cx="6673674" cy="411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DC3E2F-71B2-4E94-F119-B51C5772A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391" y="957692"/>
            <a:ext cx="2228850" cy="12573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6FF4AF-4287-8FED-E088-5457EFF2D99B}"/>
              </a:ext>
            </a:extLst>
          </p:cNvPr>
          <p:cNvSpPr/>
          <p:nvPr/>
        </p:nvSpPr>
        <p:spPr>
          <a:xfrm>
            <a:off x="5504026" y="1206602"/>
            <a:ext cx="4364361" cy="80333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Navigate to the home page and utilize the search box to search the Company Mapping tile.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PATH: Company Setup -&gt; Setup Mapping -&gt; Company Mapping</a:t>
            </a:r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61CAB7-79F7-91E1-7924-94003586E401}"/>
              </a:ext>
            </a:extLst>
          </p:cNvPr>
          <p:cNvSpPr/>
          <p:nvPr/>
        </p:nvSpPr>
        <p:spPr>
          <a:xfrm>
            <a:off x="7754956" y="2973347"/>
            <a:ext cx="3824424" cy="1209353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Navigate to the Selling Category tab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This screen displays the company mapping interface, where the newly created Selling Category can be appropriately linked to the respective products.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Enabling the filter row will activate a search bar for keyword-based searches within the list.</a:t>
            </a:r>
          </a:p>
        </p:txBody>
      </p:sp>
      <p:sp>
        <p:nvSpPr>
          <p:cNvPr id="13" name="Down Arrow 20">
            <a:extLst>
              <a:ext uri="{FF2B5EF4-FFF2-40B4-BE49-F238E27FC236}">
                <a16:creationId xmlns:a16="http://schemas.microsoft.com/office/drawing/2014/main" id="{5B2669AE-23D6-6299-D39A-518ED64A276A}"/>
              </a:ext>
            </a:extLst>
          </p:cNvPr>
          <p:cNvSpPr/>
          <p:nvPr/>
        </p:nvSpPr>
        <p:spPr>
          <a:xfrm rot="16200000" flipH="1" flipV="1">
            <a:off x="7426517" y="3235810"/>
            <a:ext cx="291936" cy="364939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A79A72-D9A8-8452-8EFE-EF4217F1CDF4}"/>
              </a:ext>
            </a:extLst>
          </p:cNvPr>
          <p:cNvSpPr/>
          <p:nvPr/>
        </p:nvSpPr>
        <p:spPr>
          <a:xfrm>
            <a:off x="3106515" y="1329210"/>
            <a:ext cx="1974390" cy="248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2" name="Down Arrow 20">
            <a:extLst>
              <a:ext uri="{FF2B5EF4-FFF2-40B4-BE49-F238E27FC236}">
                <a16:creationId xmlns:a16="http://schemas.microsoft.com/office/drawing/2014/main" id="{112D07C3-B8AC-D6A3-B6EB-541FF332F369}"/>
              </a:ext>
            </a:extLst>
          </p:cNvPr>
          <p:cNvSpPr/>
          <p:nvPr/>
        </p:nvSpPr>
        <p:spPr>
          <a:xfrm rot="16200000" flipH="1" flipV="1">
            <a:off x="5164603" y="1279832"/>
            <a:ext cx="291937" cy="36494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ED49E8DA-4C16-240A-2FB9-A009F13B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Category- Create/Update (1 of 4)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46844-7E08-8779-9067-F67F59543CCF}"/>
              </a:ext>
            </a:extLst>
          </p:cNvPr>
          <p:cNvSpPr/>
          <p:nvPr/>
        </p:nvSpPr>
        <p:spPr>
          <a:xfrm>
            <a:off x="820847" y="3388303"/>
            <a:ext cx="6476246" cy="3193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EB4E65-C08F-B0BC-0643-D0FF51618A18}"/>
              </a:ext>
            </a:extLst>
          </p:cNvPr>
          <p:cNvSpPr/>
          <p:nvPr/>
        </p:nvSpPr>
        <p:spPr>
          <a:xfrm>
            <a:off x="1620570" y="3060071"/>
            <a:ext cx="832919" cy="185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34681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D875DE-80E2-049A-1C32-5FF7F9FA2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97" y="1285106"/>
            <a:ext cx="4367690" cy="23114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9441CB-2572-A0A5-279D-50646F347854}"/>
              </a:ext>
            </a:extLst>
          </p:cNvPr>
          <p:cNvSpPr/>
          <p:nvPr/>
        </p:nvSpPr>
        <p:spPr>
          <a:xfrm>
            <a:off x="2865759" y="3852478"/>
            <a:ext cx="6460482" cy="1291954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 to Products Mapping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Choose a specific selling category from the list options.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All eligible products will be displayed under the "allowable" section.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Select the desired product(s) from the list.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Save the changes by clicking on the "save" icon or revert them by selecting "undo icon.“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selected products(s) visibly move to the right section of the screen confirming successful mapping</a:t>
            </a:r>
          </a:p>
        </p:txBody>
      </p:sp>
      <p:sp>
        <p:nvSpPr>
          <p:cNvPr id="14" name="Down Arrow 20">
            <a:extLst>
              <a:ext uri="{FF2B5EF4-FFF2-40B4-BE49-F238E27FC236}">
                <a16:creationId xmlns:a16="http://schemas.microsoft.com/office/drawing/2014/main" id="{0698391C-0E1B-C4A5-698C-61EC56C84FF7}"/>
              </a:ext>
            </a:extLst>
          </p:cNvPr>
          <p:cNvSpPr/>
          <p:nvPr/>
        </p:nvSpPr>
        <p:spPr>
          <a:xfrm rot="10800000" flipH="1">
            <a:off x="5026427" y="3477462"/>
            <a:ext cx="302220" cy="375016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21135-8444-FDA4-8C9F-5FBC635F6693}"/>
              </a:ext>
            </a:extLst>
          </p:cNvPr>
          <p:cNvSpPr/>
          <p:nvPr/>
        </p:nvSpPr>
        <p:spPr>
          <a:xfrm>
            <a:off x="1296096" y="1386610"/>
            <a:ext cx="418933" cy="1819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ED49E8DA-4C16-240A-2FB9-A009F13B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Selling Category- Create/Update (1 of 4)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CDCD7-6C28-B544-9B7F-2716CF2E696C}"/>
              </a:ext>
            </a:extLst>
          </p:cNvPr>
          <p:cNvSpPr/>
          <p:nvPr/>
        </p:nvSpPr>
        <p:spPr>
          <a:xfrm>
            <a:off x="1363159" y="1693218"/>
            <a:ext cx="4367690" cy="1727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74504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1E6AD8-E52A-F7DA-A36C-4E4E27596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473" y="1099822"/>
            <a:ext cx="2209800" cy="12954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7015FC-D8C8-BAD0-BE00-70A979BE8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274" y="2965551"/>
            <a:ext cx="8686800" cy="1905134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832D0-E235-5E1F-8481-C6768A82276F}"/>
              </a:ext>
            </a:extLst>
          </p:cNvPr>
          <p:cNvSpPr/>
          <p:nvPr/>
        </p:nvSpPr>
        <p:spPr>
          <a:xfrm>
            <a:off x="5563475" y="1364780"/>
            <a:ext cx="4295744" cy="618384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Locate the “Section" tile within the search box on the home page.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Setup Configuration -&gt; PJP -&gt; Section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6F60F8-68E0-E47E-BB88-DBDF0237DC3A}"/>
              </a:ext>
            </a:extLst>
          </p:cNvPr>
          <p:cNvSpPr/>
          <p:nvPr/>
        </p:nvSpPr>
        <p:spPr>
          <a:xfrm>
            <a:off x="2059653" y="5173868"/>
            <a:ext cx="3109869" cy="910058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Existing Records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Previously created section will be displayed in this list. Clicking on any record from the list will display the respective details.</a:t>
            </a:r>
          </a:p>
        </p:txBody>
      </p:sp>
      <p:sp>
        <p:nvSpPr>
          <p:cNvPr id="15" name="Down Arrow 23">
            <a:extLst>
              <a:ext uri="{FF2B5EF4-FFF2-40B4-BE49-F238E27FC236}">
                <a16:creationId xmlns:a16="http://schemas.microsoft.com/office/drawing/2014/main" id="{5A9C92AA-ED64-2765-E2CB-02E6D7CAE724}"/>
              </a:ext>
            </a:extLst>
          </p:cNvPr>
          <p:cNvSpPr/>
          <p:nvPr/>
        </p:nvSpPr>
        <p:spPr>
          <a:xfrm rot="16200000" flipH="1" flipV="1">
            <a:off x="5181246" y="1273239"/>
            <a:ext cx="199353" cy="56510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Down Arrow 23">
            <a:extLst>
              <a:ext uri="{FF2B5EF4-FFF2-40B4-BE49-F238E27FC236}">
                <a16:creationId xmlns:a16="http://schemas.microsoft.com/office/drawing/2014/main" id="{010CE7C6-DB1E-0C2B-2170-E00A8018AB25}"/>
              </a:ext>
            </a:extLst>
          </p:cNvPr>
          <p:cNvSpPr/>
          <p:nvPr/>
        </p:nvSpPr>
        <p:spPr>
          <a:xfrm flipH="1" flipV="1">
            <a:off x="2059653" y="4653363"/>
            <a:ext cx="176545" cy="520504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6E6E7-396E-6265-71A7-206EE79750CE}"/>
              </a:ext>
            </a:extLst>
          </p:cNvPr>
          <p:cNvSpPr/>
          <p:nvPr/>
        </p:nvSpPr>
        <p:spPr>
          <a:xfrm>
            <a:off x="2888047" y="1446128"/>
            <a:ext cx="932509" cy="8081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3" name="Title 17">
            <a:extLst>
              <a:ext uri="{FF2B5EF4-FFF2-40B4-BE49-F238E27FC236}">
                <a16:creationId xmlns:a16="http://schemas.microsoft.com/office/drawing/2014/main" id="{BFE230BF-5008-26DD-6256-1AABB63D1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325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(1 of 6)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99FD7-D80A-988C-7855-E39C7732E7F2}"/>
              </a:ext>
            </a:extLst>
          </p:cNvPr>
          <p:cNvSpPr/>
          <p:nvPr/>
        </p:nvSpPr>
        <p:spPr>
          <a:xfrm>
            <a:off x="1668211" y="3268733"/>
            <a:ext cx="7548204" cy="1348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4163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87F389-B4F0-4EEB-2068-DDDEC6B42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1" y="1460552"/>
            <a:ext cx="5971770" cy="33058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62004E-D7B2-4C5A-7C79-005CC7B041C2}"/>
              </a:ext>
            </a:extLst>
          </p:cNvPr>
          <p:cNvSpPr/>
          <p:nvPr/>
        </p:nvSpPr>
        <p:spPr>
          <a:xfrm>
            <a:off x="7492000" y="991854"/>
            <a:ext cx="3706829" cy="3929373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Creating New Section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To create a new section, click on the “Add" button in the ‘Detail’ tab.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b="1" u="sng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Code: Unique code of the section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Description: Textual description of the section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Abbreviation: Abbreviation of the section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Status: Indicates if the section is ACTIVE or INACTIVE. Active means that the section is currently in use, inactive if the distributor no longer wants to use this section.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Origin Date: Date of origin of the section.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Default delivery days: The standard number of days required for delivery. Enter the number of days used to calculate the expected delivery date.</a:t>
            </a:r>
          </a:p>
        </p:txBody>
      </p:sp>
      <p:sp>
        <p:nvSpPr>
          <p:cNvPr id="3" name="Title 17">
            <a:extLst>
              <a:ext uri="{FF2B5EF4-FFF2-40B4-BE49-F238E27FC236}">
                <a16:creationId xmlns:a16="http://schemas.microsoft.com/office/drawing/2014/main" id="{BFE230BF-5008-26DD-6256-1AABB63D1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(2 of 6)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4E2F78-4EF5-0324-8F52-2EBF034E9369}"/>
              </a:ext>
            </a:extLst>
          </p:cNvPr>
          <p:cNvSpPr/>
          <p:nvPr/>
        </p:nvSpPr>
        <p:spPr>
          <a:xfrm>
            <a:off x="821612" y="5664586"/>
            <a:ext cx="2811473" cy="787549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Save Button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Once all the required information has been entered, the save button is clicked to save the information.</a:t>
            </a:r>
          </a:p>
        </p:txBody>
      </p:sp>
      <p:sp>
        <p:nvSpPr>
          <p:cNvPr id="24" name="Down Arrow 18">
            <a:extLst>
              <a:ext uri="{FF2B5EF4-FFF2-40B4-BE49-F238E27FC236}">
                <a16:creationId xmlns:a16="http://schemas.microsoft.com/office/drawing/2014/main" id="{E770DACF-383B-BC39-F1E2-07280600A96E}"/>
              </a:ext>
            </a:extLst>
          </p:cNvPr>
          <p:cNvSpPr/>
          <p:nvPr/>
        </p:nvSpPr>
        <p:spPr>
          <a:xfrm flipV="1">
            <a:off x="1806481" y="4688326"/>
            <a:ext cx="161216" cy="95586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F1B4F3-8611-1083-9A49-B506AC8EC870}"/>
              </a:ext>
            </a:extLst>
          </p:cNvPr>
          <p:cNvSpPr/>
          <p:nvPr/>
        </p:nvSpPr>
        <p:spPr>
          <a:xfrm>
            <a:off x="390945" y="1671311"/>
            <a:ext cx="694862" cy="2654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280AB0-65C5-719E-D9BE-E00DC2188898}"/>
              </a:ext>
            </a:extLst>
          </p:cNvPr>
          <p:cNvSpPr/>
          <p:nvPr/>
        </p:nvSpPr>
        <p:spPr>
          <a:xfrm>
            <a:off x="344813" y="1538579"/>
            <a:ext cx="6287481" cy="31497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4A38D9-2D3C-FD04-285E-4C8CBC8A7A13}"/>
              </a:ext>
            </a:extLst>
          </p:cNvPr>
          <p:cNvSpPr/>
          <p:nvPr/>
        </p:nvSpPr>
        <p:spPr>
          <a:xfrm>
            <a:off x="390945" y="4376857"/>
            <a:ext cx="5477420" cy="2856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7" name="Down Arrow 23">
            <a:extLst>
              <a:ext uri="{FF2B5EF4-FFF2-40B4-BE49-F238E27FC236}">
                <a16:creationId xmlns:a16="http://schemas.microsoft.com/office/drawing/2014/main" id="{11F0E2A6-86F3-9F23-705D-720A813BCD53}"/>
              </a:ext>
            </a:extLst>
          </p:cNvPr>
          <p:cNvSpPr/>
          <p:nvPr/>
        </p:nvSpPr>
        <p:spPr>
          <a:xfrm rot="16200000" flipH="1" flipV="1">
            <a:off x="6977194" y="1421968"/>
            <a:ext cx="209240" cy="820372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1290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40FE-8D0B-BE59-2EC9-15F15147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DE5790-E7D0-BD3F-2F22-3E9611885AF0}"/>
              </a:ext>
            </a:extLst>
          </p:cNvPr>
          <p:cNvSpPr/>
          <p:nvPr/>
        </p:nvSpPr>
        <p:spPr>
          <a:xfrm>
            <a:off x="1830572" y="5451007"/>
            <a:ext cx="7162800" cy="931793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Once the section has been created, the new tab name ‘Allowable’ will be displayed.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On navigating to the ‘Allowable’ tab, all outlets that can be mapped to the section are listed in the left grid.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Select the required outlets and click on the save icon.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All outlets visibly move to the right grid confirming successful mapping</a:t>
            </a:r>
          </a:p>
        </p:txBody>
      </p:sp>
      <p:sp>
        <p:nvSpPr>
          <p:cNvPr id="3" name="Title 17">
            <a:extLst>
              <a:ext uri="{FF2B5EF4-FFF2-40B4-BE49-F238E27FC236}">
                <a16:creationId xmlns:a16="http://schemas.microsoft.com/office/drawing/2014/main" id="{BBBD44F3-09A6-FA59-4181-2B2177A12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(3 of 6)</a:t>
            </a:r>
          </a:p>
        </p:txBody>
      </p:sp>
      <p:sp>
        <p:nvSpPr>
          <p:cNvPr id="4" name="Down Arrow 18">
            <a:extLst>
              <a:ext uri="{FF2B5EF4-FFF2-40B4-BE49-F238E27FC236}">
                <a16:creationId xmlns:a16="http://schemas.microsoft.com/office/drawing/2014/main" id="{F9293A14-A9B9-F1EA-5D24-A4CFE8E422AC}"/>
              </a:ext>
            </a:extLst>
          </p:cNvPr>
          <p:cNvSpPr/>
          <p:nvPr/>
        </p:nvSpPr>
        <p:spPr>
          <a:xfrm flipV="1">
            <a:off x="5853191" y="3875751"/>
            <a:ext cx="242809" cy="1575255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1AD224-FCFD-8F9A-FBAC-071D54557485}"/>
              </a:ext>
            </a:extLst>
          </p:cNvPr>
          <p:cNvSpPr/>
          <p:nvPr/>
        </p:nvSpPr>
        <p:spPr>
          <a:xfrm>
            <a:off x="454967" y="1941522"/>
            <a:ext cx="6529715" cy="193423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10A295F-E0B7-5330-6CBE-BAD0E1D729C4}"/>
              </a:ext>
            </a:extLst>
          </p:cNvPr>
          <p:cNvGrpSpPr/>
          <p:nvPr/>
        </p:nvGrpSpPr>
        <p:grpSpPr>
          <a:xfrm>
            <a:off x="454967" y="3257367"/>
            <a:ext cx="6499259" cy="618385"/>
            <a:chOff x="0" y="3092561"/>
            <a:chExt cx="6499259" cy="618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00DE67-D1A9-DAF3-9DAB-3F1C35F4F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608" b="36662"/>
            <a:stretch>
              <a:fillRect/>
            </a:stretch>
          </p:blipFill>
          <p:spPr>
            <a:xfrm>
              <a:off x="0" y="3092561"/>
              <a:ext cx="4747682" cy="61838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7986EF-4B77-AA09-5156-0821BF44A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136" b="39082"/>
            <a:stretch>
              <a:fillRect/>
            </a:stretch>
          </p:blipFill>
          <p:spPr>
            <a:xfrm>
              <a:off x="4747682" y="3092561"/>
              <a:ext cx="1751577" cy="61838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582DBC1-C05C-A2CE-D15D-8A75C2DA3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760" y="2628635"/>
            <a:ext cx="4549273" cy="8320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6D1CA65-CF31-F0C1-4998-76FC915E0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79" y="3566559"/>
            <a:ext cx="428625" cy="2476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7B3C12-0F52-F092-D7A3-C033BD600F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39" y="1975696"/>
            <a:ext cx="4784625" cy="106898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8636AA3-8F9E-8828-899B-DB84F444CDFB}"/>
              </a:ext>
            </a:extLst>
          </p:cNvPr>
          <p:cNvSpPr/>
          <p:nvPr/>
        </p:nvSpPr>
        <p:spPr>
          <a:xfrm>
            <a:off x="7157304" y="2628635"/>
            <a:ext cx="4549273" cy="93179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85763B-A032-7526-33FC-A53EF6F31920}"/>
              </a:ext>
            </a:extLst>
          </p:cNvPr>
          <p:cNvSpPr/>
          <p:nvPr/>
        </p:nvSpPr>
        <p:spPr>
          <a:xfrm>
            <a:off x="1281192" y="2169031"/>
            <a:ext cx="929572" cy="33110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867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7A3DD-B953-A1FB-1499-321A5E4A66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57" b="26029"/>
          <a:stretch/>
        </p:blipFill>
        <p:spPr>
          <a:xfrm>
            <a:off x="1390629" y="938589"/>
            <a:ext cx="2167003" cy="1234248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A1D8E8-70A2-36DD-F4B2-E483ABAB8A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688"/>
          <a:stretch/>
        </p:blipFill>
        <p:spPr>
          <a:xfrm>
            <a:off x="965120" y="2487776"/>
            <a:ext cx="6690644" cy="3093261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B6D778-73B7-2FCA-0F14-9E6437BA0F1E}"/>
              </a:ext>
            </a:extLst>
          </p:cNvPr>
          <p:cNvSpPr/>
          <p:nvPr/>
        </p:nvSpPr>
        <p:spPr>
          <a:xfrm>
            <a:off x="4114779" y="1159169"/>
            <a:ext cx="6690643" cy="77827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Navigate to the search box on the home page and search for the "distributor mapping" tile. A section can be mapped to the required outlets from the ‘Section’ tab under Distributor Mapping screen as well.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Distributor Setup -&gt; Setup Mapping -&gt; Distributor Mapping </a:t>
            </a:r>
          </a:p>
        </p:txBody>
      </p:sp>
      <p:sp>
        <p:nvSpPr>
          <p:cNvPr id="10" name="Down Arrow 23">
            <a:extLst>
              <a:ext uri="{FF2B5EF4-FFF2-40B4-BE49-F238E27FC236}">
                <a16:creationId xmlns:a16="http://schemas.microsoft.com/office/drawing/2014/main" id="{FA7732E5-5C1E-F8CB-5EAE-46D538F5A89B}"/>
              </a:ext>
            </a:extLst>
          </p:cNvPr>
          <p:cNvSpPr/>
          <p:nvPr/>
        </p:nvSpPr>
        <p:spPr>
          <a:xfrm rot="16200000" flipH="1" flipV="1">
            <a:off x="3670197" y="1120311"/>
            <a:ext cx="230450" cy="658714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AECAD-F25B-B7E5-A2D1-4DDDBC5CEEC3}"/>
              </a:ext>
            </a:extLst>
          </p:cNvPr>
          <p:cNvSpPr/>
          <p:nvPr/>
        </p:nvSpPr>
        <p:spPr>
          <a:xfrm>
            <a:off x="7892433" y="3444870"/>
            <a:ext cx="3334447" cy="384746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This section displays the list of all the existing data.</a:t>
            </a:r>
          </a:p>
        </p:txBody>
      </p:sp>
      <p:sp>
        <p:nvSpPr>
          <p:cNvPr id="12" name="Down Arrow 23">
            <a:extLst>
              <a:ext uri="{FF2B5EF4-FFF2-40B4-BE49-F238E27FC236}">
                <a16:creationId xmlns:a16="http://schemas.microsoft.com/office/drawing/2014/main" id="{25230438-6116-0A3E-4777-FB31A90E5711}"/>
              </a:ext>
            </a:extLst>
          </p:cNvPr>
          <p:cNvSpPr/>
          <p:nvPr/>
        </p:nvSpPr>
        <p:spPr>
          <a:xfrm rot="16200000" flipH="1" flipV="1">
            <a:off x="7515146" y="3348820"/>
            <a:ext cx="281236" cy="473337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41078-33D3-CDF5-12A6-8E05DDC6F0F5}"/>
              </a:ext>
            </a:extLst>
          </p:cNvPr>
          <p:cNvSpPr/>
          <p:nvPr/>
        </p:nvSpPr>
        <p:spPr>
          <a:xfrm>
            <a:off x="1390628" y="1253528"/>
            <a:ext cx="2167003" cy="33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/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5711C019-1949-1B15-3ACC-D3813B5E4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(4 of 6)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3D392-7A1E-E7C1-8B3F-1D0EA7FFC657}"/>
              </a:ext>
            </a:extLst>
          </p:cNvPr>
          <p:cNvSpPr/>
          <p:nvPr/>
        </p:nvSpPr>
        <p:spPr>
          <a:xfrm>
            <a:off x="1159230" y="3278672"/>
            <a:ext cx="6101654" cy="2244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617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DD0AB6D-74CA-A4DE-0002-E52F0170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862" y="1397194"/>
            <a:ext cx="9844817" cy="36576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E50653-FEF1-AD19-421C-192B75FDF7E1}"/>
              </a:ext>
            </a:extLst>
          </p:cNvPr>
          <p:cNvSpPr/>
          <p:nvPr/>
        </p:nvSpPr>
        <p:spPr>
          <a:xfrm>
            <a:off x="2574826" y="5253943"/>
            <a:ext cx="6075355" cy="1250310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Mapping Procedure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All active outlets associated with the selected distributor will be listed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Choose one or multiple outlets from the list.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Utilize the filter row to search for specific outlets using keywords.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Click on the save icon to preserve your selections, or undo to revert any changes made.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mapped records will then be displayed in a grid format on the right side of the screen.</a:t>
            </a:r>
          </a:p>
        </p:txBody>
      </p:sp>
      <p:sp>
        <p:nvSpPr>
          <p:cNvPr id="11" name="Down Arrow 27">
            <a:extLst>
              <a:ext uri="{FF2B5EF4-FFF2-40B4-BE49-F238E27FC236}">
                <a16:creationId xmlns:a16="http://schemas.microsoft.com/office/drawing/2014/main" id="{86B82F0B-3F95-7F15-FB05-A9FCA40D95E2}"/>
              </a:ext>
            </a:extLst>
          </p:cNvPr>
          <p:cNvSpPr/>
          <p:nvPr/>
        </p:nvSpPr>
        <p:spPr>
          <a:xfrm flipV="1">
            <a:off x="2574826" y="4740122"/>
            <a:ext cx="235339" cy="539170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Down Arrow 27">
            <a:extLst>
              <a:ext uri="{FF2B5EF4-FFF2-40B4-BE49-F238E27FC236}">
                <a16:creationId xmlns:a16="http://schemas.microsoft.com/office/drawing/2014/main" id="{3CC1D320-4514-A712-E4EB-5C42CE325A75}"/>
              </a:ext>
            </a:extLst>
          </p:cNvPr>
          <p:cNvSpPr/>
          <p:nvPr/>
        </p:nvSpPr>
        <p:spPr>
          <a:xfrm flipV="1">
            <a:off x="7857629" y="4670714"/>
            <a:ext cx="235339" cy="608578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73BA60-5BB1-A71D-A666-72AB62FFB0CD}"/>
              </a:ext>
            </a:extLst>
          </p:cNvPr>
          <p:cNvSpPr/>
          <p:nvPr/>
        </p:nvSpPr>
        <p:spPr>
          <a:xfrm>
            <a:off x="3183438" y="1415113"/>
            <a:ext cx="634572" cy="230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4A963E45-EE87-F19B-ACC1-7BF11B294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(5 of 6)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0B27-2E3A-24AB-1D56-15C9A4409467}"/>
              </a:ext>
            </a:extLst>
          </p:cNvPr>
          <p:cNvSpPr/>
          <p:nvPr/>
        </p:nvSpPr>
        <p:spPr>
          <a:xfrm>
            <a:off x="1234862" y="874422"/>
            <a:ext cx="3811502" cy="384746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Navigate to the Section tab and select the required section</a:t>
            </a:r>
          </a:p>
        </p:txBody>
      </p:sp>
      <p:sp>
        <p:nvSpPr>
          <p:cNvPr id="3" name="Down Arrow 23">
            <a:extLst>
              <a:ext uri="{FF2B5EF4-FFF2-40B4-BE49-F238E27FC236}">
                <a16:creationId xmlns:a16="http://schemas.microsoft.com/office/drawing/2014/main" id="{2BC8560D-5772-36C6-DDB6-14E87516D240}"/>
              </a:ext>
            </a:extLst>
          </p:cNvPr>
          <p:cNvSpPr/>
          <p:nvPr/>
        </p:nvSpPr>
        <p:spPr>
          <a:xfrm rot="10800000" flipH="1" flipV="1">
            <a:off x="3367242" y="1169979"/>
            <a:ext cx="281236" cy="313687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DD93C-FBBC-9299-FD9E-CC1AE31003F8}"/>
              </a:ext>
            </a:extLst>
          </p:cNvPr>
          <p:cNvSpPr/>
          <p:nvPr/>
        </p:nvSpPr>
        <p:spPr>
          <a:xfrm>
            <a:off x="1363425" y="1869739"/>
            <a:ext cx="7708147" cy="608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A6A2E-8B05-6BA2-9121-D013349B3DA7}"/>
              </a:ext>
            </a:extLst>
          </p:cNvPr>
          <p:cNvSpPr/>
          <p:nvPr/>
        </p:nvSpPr>
        <p:spPr>
          <a:xfrm>
            <a:off x="1437414" y="3174003"/>
            <a:ext cx="3958451" cy="15519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6E2720-7D9A-F8D7-4155-7F1360D90FD5}"/>
              </a:ext>
            </a:extLst>
          </p:cNvPr>
          <p:cNvSpPr/>
          <p:nvPr/>
        </p:nvSpPr>
        <p:spPr>
          <a:xfrm>
            <a:off x="7277868" y="3302621"/>
            <a:ext cx="1784651" cy="13359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3075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424FB38-DE59-6218-B25A-8A3C92DB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5" y="2774586"/>
            <a:ext cx="7727950" cy="9144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DC58E0-1F30-5E37-CF3A-8C6230A71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44" y="1415642"/>
            <a:ext cx="1895475" cy="1066800"/>
          </a:xfrm>
          <a:prstGeom prst="rect">
            <a:avLst/>
          </a:prstGeom>
          <a:ln w="12700" cap="sq">
            <a:solidFill>
              <a:srgbClr val="1F36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E50653-FEF1-AD19-421C-192B75FDF7E1}"/>
              </a:ext>
            </a:extLst>
          </p:cNvPr>
          <p:cNvSpPr/>
          <p:nvPr/>
        </p:nvSpPr>
        <p:spPr>
          <a:xfrm>
            <a:off x="8124469" y="2774586"/>
            <a:ext cx="3923576" cy="4093046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PJP Number: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Dropdown listing all PJPs.</a:t>
            </a:r>
            <a:endParaRPr lang="en-US" sz="1200" b="1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Section: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Dropdown listing all sections mapped to the selected PJP.</a:t>
            </a:r>
          </a:p>
          <a:p>
            <a:pPr algn="just"/>
            <a:endParaRPr lang="en-US" sz="1200" b="1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User can download the template by clicking on the ‘Download Excel’ button after selecting the required PJP number and Section.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Once the template has been downloaded, the user can make the required changes and upload the same using the ‘Upload Excel’ button.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If there is an issue with the template or the data, an error file will be downloaded with the appropriate error messages added in the last column of the excel file.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If there is no issue, a success message will be displayed, and the user can navigate to the ‘Section’ screen or the ‘Distributor Mapping’ screen to view the updates made.</a:t>
            </a:r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4A963E45-EE87-F19B-ACC1-7BF11B294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Section - Create/Update (6 of 6)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0B27-2E3A-24AB-1D56-15C9A4409467}"/>
              </a:ext>
            </a:extLst>
          </p:cNvPr>
          <p:cNvSpPr/>
          <p:nvPr/>
        </p:nvSpPr>
        <p:spPr>
          <a:xfrm>
            <a:off x="768638" y="841093"/>
            <a:ext cx="6329280" cy="384746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The mapping of a section to the outlets can be updated using an excel bulk upload process as well.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A6A2E-8B05-6BA2-9121-D013349B3DA7}"/>
              </a:ext>
            </a:extLst>
          </p:cNvPr>
          <p:cNvSpPr/>
          <p:nvPr/>
        </p:nvSpPr>
        <p:spPr>
          <a:xfrm>
            <a:off x="143955" y="3015687"/>
            <a:ext cx="7623924" cy="605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73BA60-5BB1-A71D-A666-72AB62FFB0CD}"/>
              </a:ext>
            </a:extLst>
          </p:cNvPr>
          <p:cNvSpPr/>
          <p:nvPr/>
        </p:nvSpPr>
        <p:spPr>
          <a:xfrm>
            <a:off x="802841" y="1718873"/>
            <a:ext cx="709087" cy="230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3" name="Down Arrow 23">
            <a:extLst>
              <a:ext uri="{FF2B5EF4-FFF2-40B4-BE49-F238E27FC236}">
                <a16:creationId xmlns:a16="http://schemas.microsoft.com/office/drawing/2014/main" id="{2BC8560D-5772-36C6-DDB6-14E87516D240}"/>
              </a:ext>
            </a:extLst>
          </p:cNvPr>
          <p:cNvSpPr/>
          <p:nvPr/>
        </p:nvSpPr>
        <p:spPr>
          <a:xfrm rot="16200000" flipH="1" flipV="1">
            <a:off x="2669546" y="1677094"/>
            <a:ext cx="281236" cy="313687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AAAF6-307F-5248-4D70-A3021029F830}"/>
              </a:ext>
            </a:extLst>
          </p:cNvPr>
          <p:cNvSpPr/>
          <p:nvPr/>
        </p:nvSpPr>
        <p:spPr>
          <a:xfrm>
            <a:off x="2967008" y="1581537"/>
            <a:ext cx="5045309" cy="618384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Search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Locate the “Section Bulk Upload" tile within the search box on the home page.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PATH: Distributor Setup -&gt; Journey Plan -&gt; Section Bulk Upload</a:t>
            </a:r>
          </a:p>
        </p:txBody>
      </p:sp>
      <p:sp>
        <p:nvSpPr>
          <p:cNvPr id="15" name="Down Arrow 23">
            <a:extLst>
              <a:ext uri="{FF2B5EF4-FFF2-40B4-BE49-F238E27FC236}">
                <a16:creationId xmlns:a16="http://schemas.microsoft.com/office/drawing/2014/main" id="{7558E52C-F97B-8393-5F77-1D40BCB7C2AF}"/>
              </a:ext>
            </a:extLst>
          </p:cNvPr>
          <p:cNvSpPr/>
          <p:nvPr/>
        </p:nvSpPr>
        <p:spPr>
          <a:xfrm rot="16200000" flipH="1" flipV="1">
            <a:off x="7805556" y="2884188"/>
            <a:ext cx="281236" cy="313687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CE5F36-D0A4-FF3E-7CC9-0D8DBA11F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95" y="4023861"/>
            <a:ext cx="6579158" cy="685800"/>
          </a:xfrm>
          <a:prstGeom prst="rect">
            <a:avLst/>
          </a:prstGeom>
          <a:ln w="127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D6E2720-7D9A-F8D7-4155-7F1360D90FD5}"/>
              </a:ext>
            </a:extLst>
          </p:cNvPr>
          <p:cNvSpPr/>
          <p:nvPr/>
        </p:nvSpPr>
        <p:spPr>
          <a:xfrm>
            <a:off x="366528" y="4153158"/>
            <a:ext cx="5101765" cy="3358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1" name="Down Arrow 23">
            <a:extLst>
              <a:ext uri="{FF2B5EF4-FFF2-40B4-BE49-F238E27FC236}">
                <a16:creationId xmlns:a16="http://schemas.microsoft.com/office/drawing/2014/main" id="{BEA9B81C-4239-9EBE-0447-723E1FF66393}"/>
              </a:ext>
            </a:extLst>
          </p:cNvPr>
          <p:cNvSpPr/>
          <p:nvPr/>
        </p:nvSpPr>
        <p:spPr>
          <a:xfrm flipH="1" flipV="1">
            <a:off x="366528" y="4583848"/>
            <a:ext cx="281236" cy="313687"/>
          </a:xfrm>
          <a:prstGeom prst="downArrow">
            <a:avLst/>
          </a:prstGeom>
          <a:solidFill>
            <a:srgbClr val="1F36C7"/>
          </a:solidFill>
          <a:ln w="12700" cap="flat" cmpd="sng" algn="ctr">
            <a:solidFill>
              <a:srgbClr val="1F36C7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font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F5194-4D50-4862-06D4-59B2F73EF357}"/>
              </a:ext>
            </a:extLst>
          </p:cNvPr>
          <p:cNvSpPr/>
          <p:nvPr/>
        </p:nvSpPr>
        <p:spPr>
          <a:xfrm>
            <a:off x="147878" y="4897535"/>
            <a:ext cx="5948123" cy="1558089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200" b="1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Fields Description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Distributor Code: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Unique Code of the Distributor to which the section has been mapped.</a:t>
            </a:r>
            <a:endParaRPr lang="en-US" sz="1200" b="1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Section Code: 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Unique Code corresponding to the section to be updated.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Section Name: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 Name of the section to be updated.</a:t>
            </a:r>
            <a:endParaRPr lang="en-US" sz="1200" b="1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Outlet Code: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 panose="00000500000000000000" pitchFamily="2" charset="0"/>
              </a:rPr>
              <a:t> Unique code of the outlet to be mapped to the section.</a:t>
            </a:r>
            <a:endParaRPr lang="en-US" sz="1200" b="1" dirty="0">
              <a:solidFill>
                <a:schemeClr val="tx1"/>
              </a:solidFill>
              <a:latin typeface="Unilever Shilling" panose="020B0502020202020204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Outlet Name:</a:t>
            </a:r>
            <a:r>
              <a:rPr lang="en-US" sz="1200" dirty="0">
                <a:solidFill>
                  <a:schemeClr val="tx1"/>
                </a:solidFill>
                <a:latin typeface="Unilever Shilling" panose="020B0502020202020204"/>
                <a:cs typeface="Poppins"/>
              </a:rPr>
              <a:t> Name of the outlet to be mapped to the section.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latin typeface="Unilever Shilling" panose="020B0502020202020204"/>
                <a:cs typeface="Poppins"/>
              </a:rPr>
              <a:t>This is Outlet Long Name.</a:t>
            </a:r>
            <a:endParaRPr lang="en-US" sz="1200" b="1" dirty="0">
              <a:solidFill>
                <a:schemeClr val="tx1"/>
              </a:solidFill>
              <a:highlight>
                <a:srgbClr val="FFFF00"/>
              </a:highlight>
              <a:latin typeface="Unilever Shilling" panose="020B0502020202020204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1B145-33FC-822E-8257-418852B1FC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149"/>
          <a:stretch>
            <a:fillRect/>
          </a:stretch>
        </p:blipFill>
        <p:spPr>
          <a:xfrm>
            <a:off x="5480836" y="4263651"/>
            <a:ext cx="1981200" cy="188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3576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9066164" y="5941548"/>
            <a:ext cx="2956505" cy="587260"/>
            <a:chOff x="602950" y="5699546"/>
            <a:chExt cx="2467028" cy="490033"/>
          </a:xfrm>
        </p:grpSpPr>
        <p:sp>
          <p:nvSpPr>
            <p:cNvPr id="18" name="Freeform 53"/>
            <p:cNvSpPr>
              <a:spLocks noEditPoints="1"/>
            </p:cNvSpPr>
            <p:nvPr/>
          </p:nvSpPr>
          <p:spPr bwMode="auto">
            <a:xfrm>
              <a:off x="602950" y="5724777"/>
              <a:ext cx="157307" cy="157307"/>
            </a:xfrm>
            <a:custGeom>
              <a:avLst/>
              <a:gdLst>
                <a:gd name="T0" fmla="*/ 23 w 46"/>
                <a:gd name="T1" fmla="*/ 0 h 46"/>
                <a:gd name="T2" fmla="*/ 0 w 46"/>
                <a:gd name="T3" fmla="*/ 23 h 46"/>
                <a:gd name="T4" fmla="*/ 23 w 46"/>
                <a:gd name="T5" fmla="*/ 46 h 46"/>
                <a:gd name="T6" fmla="*/ 46 w 46"/>
                <a:gd name="T7" fmla="*/ 23 h 46"/>
                <a:gd name="T8" fmla="*/ 23 w 46"/>
                <a:gd name="T9" fmla="*/ 0 h 46"/>
                <a:gd name="T10" fmla="*/ 43 w 46"/>
                <a:gd name="T11" fmla="*/ 21 h 46"/>
                <a:gd name="T12" fmla="*/ 37 w 46"/>
                <a:gd name="T13" fmla="*/ 21 h 46"/>
                <a:gd name="T14" fmla="*/ 33 w 46"/>
                <a:gd name="T15" fmla="*/ 6 h 46"/>
                <a:gd name="T16" fmla="*/ 43 w 46"/>
                <a:gd name="T17" fmla="*/ 21 h 46"/>
                <a:gd name="T18" fmla="*/ 22 w 46"/>
                <a:gd name="T19" fmla="*/ 4 h 46"/>
                <a:gd name="T20" fmla="*/ 22 w 46"/>
                <a:gd name="T21" fmla="*/ 21 h 46"/>
                <a:gd name="T22" fmla="*/ 13 w 46"/>
                <a:gd name="T23" fmla="*/ 21 h 46"/>
                <a:gd name="T24" fmla="*/ 22 w 46"/>
                <a:gd name="T25" fmla="*/ 4 h 46"/>
                <a:gd name="T26" fmla="*/ 22 w 46"/>
                <a:gd name="T27" fmla="*/ 25 h 46"/>
                <a:gd name="T28" fmla="*/ 22 w 46"/>
                <a:gd name="T29" fmla="*/ 42 h 46"/>
                <a:gd name="T30" fmla="*/ 13 w 46"/>
                <a:gd name="T31" fmla="*/ 25 h 46"/>
                <a:gd name="T32" fmla="*/ 22 w 46"/>
                <a:gd name="T33" fmla="*/ 25 h 46"/>
                <a:gd name="T34" fmla="*/ 25 w 46"/>
                <a:gd name="T35" fmla="*/ 42 h 46"/>
                <a:gd name="T36" fmla="*/ 25 w 46"/>
                <a:gd name="T37" fmla="*/ 25 h 46"/>
                <a:gd name="T38" fmla="*/ 34 w 46"/>
                <a:gd name="T39" fmla="*/ 25 h 46"/>
                <a:gd name="T40" fmla="*/ 25 w 46"/>
                <a:gd name="T41" fmla="*/ 42 h 46"/>
                <a:gd name="T42" fmla="*/ 25 w 46"/>
                <a:gd name="T43" fmla="*/ 21 h 46"/>
                <a:gd name="T44" fmla="*/ 25 w 46"/>
                <a:gd name="T45" fmla="*/ 4 h 46"/>
                <a:gd name="T46" fmla="*/ 34 w 46"/>
                <a:gd name="T47" fmla="*/ 21 h 46"/>
                <a:gd name="T48" fmla="*/ 25 w 46"/>
                <a:gd name="T49" fmla="*/ 21 h 46"/>
                <a:gd name="T50" fmla="*/ 14 w 46"/>
                <a:gd name="T51" fmla="*/ 6 h 46"/>
                <a:gd name="T52" fmla="*/ 10 w 46"/>
                <a:gd name="T53" fmla="*/ 21 h 46"/>
                <a:gd name="T54" fmla="*/ 4 w 46"/>
                <a:gd name="T55" fmla="*/ 21 h 46"/>
                <a:gd name="T56" fmla="*/ 14 w 46"/>
                <a:gd name="T57" fmla="*/ 6 h 46"/>
                <a:gd name="T58" fmla="*/ 4 w 46"/>
                <a:gd name="T59" fmla="*/ 25 h 46"/>
                <a:gd name="T60" fmla="*/ 10 w 46"/>
                <a:gd name="T61" fmla="*/ 25 h 46"/>
                <a:gd name="T62" fmla="*/ 14 w 46"/>
                <a:gd name="T63" fmla="*/ 40 h 46"/>
                <a:gd name="T64" fmla="*/ 4 w 46"/>
                <a:gd name="T65" fmla="*/ 25 h 46"/>
                <a:gd name="T66" fmla="*/ 33 w 46"/>
                <a:gd name="T67" fmla="*/ 40 h 46"/>
                <a:gd name="T68" fmla="*/ 37 w 46"/>
                <a:gd name="T69" fmla="*/ 25 h 46"/>
                <a:gd name="T70" fmla="*/ 43 w 46"/>
                <a:gd name="T71" fmla="*/ 25 h 46"/>
                <a:gd name="T72" fmla="*/ 33 w 46"/>
                <a:gd name="T73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6" h="46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36"/>
                    <a:pt x="11" y="46"/>
                    <a:pt x="23" y="46"/>
                  </a:cubicBezTo>
                  <a:cubicBezTo>
                    <a:pt x="36" y="46"/>
                    <a:pt x="46" y="36"/>
                    <a:pt x="46" y="23"/>
                  </a:cubicBezTo>
                  <a:cubicBezTo>
                    <a:pt x="46" y="10"/>
                    <a:pt x="36" y="0"/>
                    <a:pt x="23" y="0"/>
                  </a:cubicBezTo>
                  <a:close/>
                  <a:moveTo>
                    <a:pt x="43" y="21"/>
                  </a:moveTo>
                  <a:cubicBezTo>
                    <a:pt x="37" y="21"/>
                    <a:pt x="37" y="21"/>
                    <a:pt x="37" y="21"/>
                  </a:cubicBezTo>
                  <a:cubicBezTo>
                    <a:pt x="37" y="15"/>
                    <a:pt x="35" y="10"/>
                    <a:pt x="33" y="6"/>
                  </a:cubicBezTo>
                  <a:cubicBezTo>
                    <a:pt x="38" y="9"/>
                    <a:pt x="42" y="15"/>
                    <a:pt x="43" y="21"/>
                  </a:cubicBezTo>
                  <a:close/>
                  <a:moveTo>
                    <a:pt x="22" y="4"/>
                  </a:moveTo>
                  <a:cubicBezTo>
                    <a:pt x="22" y="21"/>
                    <a:pt x="22" y="21"/>
                    <a:pt x="22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13"/>
                    <a:pt x="17" y="5"/>
                    <a:pt x="22" y="4"/>
                  </a:cubicBezTo>
                  <a:close/>
                  <a:moveTo>
                    <a:pt x="22" y="25"/>
                  </a:moveTo>
                  <a:cubicBezTo>
                    <a:pt x="22" y="42"/>
                    <a:pt x="22" y="42"/>
                    <a:pt x="22" y="42"/>
                  </a:cubicBezTo>
                  <a:cubicBezTo>
                    <a:pt x="17" y="41"/>
                    <a:pt x="13" y="33"/>
                    <a:pt x="13" y="25"/>
                  </a:cubicBezTo>
                  <a:lnTo>
                    <a:pt x="22" y="25"/>
                  </a:lnTo>
                  <a:close/>
                  <a:moveTo>
                    <a:pt x="25" y="42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3" y="33"/>
                    <a:pt x="30" y="41"/>
                    <a:pt x="25" y="42"/>
                  </a:cubicBezTo>
                  <a:close/>
                  <a:moveTo>
                    <a:pt x="25" y="21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30" y="5"/>
                    <a:pt x="33" y="13"/>
                    <a:pt x="34" y="21"/>
                  </a:cubicBezTo>
                  <a:lnTo>
                    <a:pt x="25" y="21"/>
                  </a:lnTo>
                  <a:close/>
                  <a:moveTo>
                    <a:pt x="14" y="6"/>
                  </a:moveTo>
                  <a:cubicBezTo>
                    <a:pt x="11" y="10"/>
                    <a:pt x="10" y="15"/>
                    <a:pt x="1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15"/>
                    <a:pt x="8" y="9"/>
                    <a:pt x="14" y="6"/>
                  </a:cubicBezTo>
                  <a:close/>
                  <a:moveTo>
                    <a:pt x="4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0" y="31"/>
                    <a:pt x="11" y="36"/>
                    <a:pt x="14" y="40"/>
                  </a:cubicBezTo>
                  <a:cubicBezTo>
                    <a:pt x="8" y="37"/>
                    <a:pt x="5" y="31"/>
                    <a:pt x="4" y="25"/>
                  </a:cubicBezTo>
                  <a:close/>
                  <a:moveTo>
                    <a:pt x="33" y="40"/>
                  </a:moveTo>
                  <a:cubicBezTo>
                    <a:pt x="35" y="36"/>
                    <a:pt x="37" y="31"/>
                    <a:pt x="37" y="2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2" y="31"/>
                    <a:pt x="38" y="37"/>
                    <a:pt x="33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83774" y="5699546"/>
              <a:ext cx="2030762" cy="2182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defTabSz="914377"/>
              <a:r>
                <a:rPr lang="en-US" sz="1100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www.centegytechnologies.com </a:t>
              </a:r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603310" y="6027287"/>
              <a:ext cx="164523" cy="124115"/>
            </a:xfrm>
            <a:custGeom>
              <a:avLst/>
              <a:gdLst>
                <a:gd name="T0" fmla="*/ 48 w 48"/>
                <a:gd name="T1" fmla="*/ 2 h 36"/>
                <a:gd name="T2" fmla="*/ 48 w 48"/>
                <a:gd name="T3" fmla="*/ 2 h 36"/>
                <a:gd name="T4" fmla="*/ 48 w 48"/>
                <a:gd name="T5" fmla="*/ 2 h 36"/>
                <a:gd name="T6" fmla="*/ 48 w 48"/>
                <a:gd name="T7" fmla="*/ 1 h 36"/>
                <a:gd name="T8" fmla="*/ 48 w 48"/>
                <a:gd name="T9" fmla="*/ 1 h 36"/>
                <a:gd name="T10" fmla="*/ 48 w 48"/>
                <a:gd name="T11" fmla="*/ 1 h 36"/>
                <a:gd name="T12" fmla="*/ 48 w 48"/>
                <a:gd name="T13" fmla="*/ 1 h 36"/>
                <a:gd name="T14" fmla="*/ 48 w 48"/>
                <a:gd name="T15" fmla="*/ 1 h 36"/>
                <a:gd name="T16" fmla="*/ 48 w 48"/>
                <a:gd name="T17" fmla="*/ 1 h 36"/>
                <a:gd name="T18" fmla="*/ 48 w 48"/>
                <a:gd name="T19" fmla="*/ 1 h 36"/>
                <a:gd name="T20" fmla="*/ 47 w 48"/>
                <a:gd name="T21" fmla="*/ 1 h 36"/>
                <a:gd name="T22" fmla="*/ 47 w 48"/>
                <a:gd name="T23" fmla="*/ 1 h 36"/>
                <a:gd name="T24" fmla="*/ 47 w 48"/>
                <a:gd name="T25" fmla="*/ 0 h 36"/>
                <a:gd name="T26" fmla="*/ 47 w 48"/>
                <a:gd name="T27" fmla="*/ 0 h 36"/>
                <a:gd name="T28" fmla="*/ 47 w 48"/>
                <a:gd name="T29" fmla="*/ 0 h 36"/>
                <a:gd name="T30" fmla="*/ 47 w 48"/>
                <a:gd name="T31" fmla="*/ 0 h 36"/>
                <a:gd name="T32" fmla="*/ 46 w 48"/>
                <a:gd name="T33" fmla="*/ 0 h 36"/>
                <a:gd name="T34" fmla="*/ 46 w 48"/>
                <a:gd name="T35" fmla="*/ 0 h 36"/>
                <a:gd name="T36" fmla="*/ 2 w 48"/>
                <a:gd name="T37" fmla="*/ 0 h 36"/>
                <a:gd name="T38" fmla="*/ 2 w 48"/>
                <a:gd name="T39" fmla="*/ 0 h 36"/>
                <a:gd name="T40" fmla="*/ 2 w 48"/>
                <a:gd name="T41" fmla="*/ 0 h 36"/>
                <a:gd name="T42" fmla="*/ 2 w 48"/>
                <a:gd name="T43" fmla="*/ 0 h 36"/>
                <a:gd name="T44" fmla="*/ 1 w 48"/>
                <a:gd name="T45" fmla="*/ 0 h 36"/>
                <a:gd name="T46" fmla="*/ 1 w 48"/>
                <a:gd name="T47" fmla="*/ 0 h 36"/>
                <a:gd name="T48" fmla="*/ 1 w 48"/>
                <a:gd name="T49" fmla="*/ 1 h 36"/>
                <a:gd name="T50" fmla="*/ 1 w 48"/>
                <a:gd name="T51" fmla="*/ 1 h 36"/>
                <a:gd name="T52" fmla="*/ 1 w 48"/>
                <a:gd name="T53" fmla="*/ 1 h 36"/>
                <a:gd name="T54" fmla="*/ 1 w 48"/>
                <a:gd name="T55" fmla="*/ 1 h 36"/>
                <a:gd name="T56" fmla="*/ 1 w 48"/>
                <a:gd name="T57" fmla="*/ 1 h 36"/>
                <a:gd name="T58" fmla="*/ 0 w 48"/>
                <a:gd name="T59" fmla="*/ 1 h 36"/>
                <a:gd name="T60" fmla="*/ 0 w 48"/>
                <a:gd name="T61" fmla="*/ 1 h 36"/>
                <a:gd name="T62" fmla="*/ 0 w 48"/>
                <a:gd name="T63" fmla="*/ 1 h 36"/>
                <a:gd name="T64" fmla="*/ 0 w 48"/>
                <a:gd name="T65" fmla="*/ 1 h 36"/>
                <a:gd name="T66" fmla="*/ 0 w 48"/>
                <a:gd name="T67" fmla="*/ 2 h 36"/>
                <a:gd name="T68" fmla="*/ 0 w 48"/>
                <a:gd name="T69" fmla="*/ 2 h 36"/>
                <a:gd name="T70" fmla="*/ 0 w 48"/>
                <a:gd name="T71" fmla="*/ 2 h 36"/>
                <a:gd name="T72" fmla="*/ 0 w 48"/>
                <a:gd name="T73" fmla="*/ 2 h 36"/>
                <a:gd name="T74" fmla="*/ 0 w 48"/>
                <a:gd name="T75" fmla="*/ 34 h 36"/>
                <a:gd name="T76" fmla="*/ 2 w 48"/>
                <a:gd name="T77" fmla="*/ 36 h 36"/>
                <a:gd name="T78" fmla="*/ 46 w 48"/>
                <a:gd name="T79" fmla="*/ 36 h 36"/>
                <a:gd name="T80" fmla="*/ 48 w 48"/>
                <a:gd name="T81" fmla="*/ 34 h 36"/>
                <a:gd name="T82" fmla="*/ 48 w 48"/>
                <a:gd name="T83" fmla="*/ 2 h 36"/>
                <a:gd name="T84" fmla="*/ 41 w 48"/>
                <a:gd name="T85" fmla="*/ 4 h 36"/>
                <a:gd name="T86" fmla="*/ 24 w 48"/>
                <a:gd name="T87" fmla="*/ 19 h 36"/>
                <a:gd name="T88" fmla="*/ 7 w 48"/>
                <a:gd name="T89" fmla="*/ 4 h 36"/>
                <a:gd name="T90" fmla="*/ 41 w 48"/>
                <a:gd name="T91" fmla="*/ 4 h 36"/>
                <a:gd name="T92" fmla="*/ 4 w 48"/>
                <a:gd name="T93" fmla="*/ 32 h 36"/>
                <a:gd name="T94" fmla="*/ 4 w 48"/>
                <a:gd name="T95" fmla="*/ 6 h 36"/>
                <a:gd name="T96" fmla="*/ 23 w 48"/>
                <a:gd name="T97" fmla="*/ 22 h 36"/>
                <a:gd name="T98" fmla="*/ 24 w 48"/>
                <a:gd name="T99" fmla="*/ 23 h 36"/>
                <a:gd name="T100" fmla="*/ 25 w 48"/>
                <a:gd name="T101" fmla="*/ 22 h 36"/>
                <a:gd name="T102" fmla="*/ 44 w 48"/>
                <a:gd name="T103" fmla="*/ 6 h 36"/>
                <a:gd name="T104" fmla="*/ 44 w 48"/>
                <a:gd name="T105" fmla="*/ 32 h 36"/>
                <a:gd name="T106" fmla="*/ 4 w 48"/>
                <a:gd name="T107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8" h="36">
                  <a:moveTo>
                    <a:pt x="48" y="2"/>
                  </a:move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7" y="36"/>
                    <a:pt x="48" y="35"/>
                    <a:pt x="48" y="34"/>
                  </a:cubicBezTo>
                  <a:cubicBezTo>
                    <a:pt x="48" y="2"/>
                    <a:pt x="48" y="2"/>
                    <a:pt x="48" y="2"/>
                  </a:cubicBezTo>
                  <a:close/>
                  <a:moveTo>
                    <a:pt x="41" y="4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41" y="4"/>
                  </a:lnTo>
                  <a:close/>
                  <a:moveTo>
                    <a:pt x="4" y="32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3"/>
                    <a:pt x="24" y="23"/>
                    <a:pt x="24" y="23"/>
                  </a:cubicBezTo>
                  <a:cubicBezTo>
                    <a:pt x="25" y="23"/>
                    <a:pt x="25" y="23"/>
                    <a:pt x="25" y="22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32"/>
                    <a:pt x="44" y="32"/>
                    <a:pt x="44" y="32"/>
                  </a:cubicBezTo>
                  <a:lnTo>
                    <a:pt x="4" y="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07810" y="5971281"/>
              <a:ext cx="2262168" cy="2182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defTabSz="914377"/>
              <a:r>
                <a:rPr lang="en-US" sz="1100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contact@centegytechnologies.com</a:t>
              </a:r>
            </a:p>
          </p:txBody>
        </p:sp>
      </p:grpSp>
      <p:sp>
        <p:nvSpPr>
          <p:cNvPr id="3" name="Title 17">
            <a:extLst>
              <a:ext uri="{FF2B5EF4-FFF2-40B4-BE49-F238E27FC236}">
                <a16:creationId xmlns:a16="http://schemas.microsoft.com/office/drawing/2014/main" id="{B1812127-B647-A891-142B-DAF63E3FE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92" y="83123"/>
            <a:ext cx="6493171" cy="61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r>
              <a:rPr lang="en-ID" sz="2400" b="0" dirty="0">
                <a:solidFill>
                  <a:schemeClr val="bg1"/>
                </a:solidFill>
                <a:latin typeface="Unilever Shilling" panose="020B0502020202020204"/>
                <a:cs typeface="Poppins" panose="00000500000000000000" pitchFamily="2" charset="0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DD640C-0386-01B2-DFC9-C296C84C5411}"/>
              </a:ext>
            </a:extLst>
          </p:cNvPr>
          <p:cNvSpPr/>
          <p:nvPr/>
        </p:nvSpPr>
        <p:spPr>
          <a:xfrm>
            <a:off x="800100" y="1117383"/>
            <a:ext cx="10616320" cy="2787867"/>
          </a:xfrm>
          <a:prstGeom prst="rect">
            <a:avLst/>
          </a:prstGeom>
          <a:solidFill>
            <a:srgbClr val="F3F7FF"/>
          </a:solidFill>
          <a:ln>
            <a:solidFill>
              <a:srgbClr val="667D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These slides encapsulate the complete integration of PJP into the distributor management system.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Each subsequent slide delves into the intricacies of this integration, illustrating the journey plan process flow.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The process encompasses defining selling categories and sections and mapping them with PJPs, essential components for streamlined operations.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F36C7"/>
                </a:solidFill>
                <a:latin typeface="Unilever Shilling" panose="020B0502020202020204"/>
                <a:cs typeface="Poppins" panose="00000500000000000000" pitchFamily="2" charset="0"/>
              </a:rPr>
              <a:t>This comprehensive approach ensures a smooth and organized PJP (journey plan) creation and configuration, optimizing our distributor management system for enhanced performance and productivity.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7776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9FEEC1-7268-B311-4BE0-834154610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333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826D57-6D69-8275-10D6-58E18634B412}"/>
              </a:ext>
            </a:extLst>
          </p:cNvPr>
          <p:cNvGrpSpPr/>
          <p:nvPr/>
        </p:nvGrpSpPr>
        <p:grpSpPr>
          <a:xfrm>
            <a:off x="8830876" y="3429000"/>
            <a:ext cx="3197902" cy="3229131"/>
            <a:chOff x="8830876" y="3429000"/>
            <a:chExt cx="3197902" cy="32291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BF5C18-D94E-E4B7-A917-651C392959BD}"/>
                </a:ext>
              </a:extLst>
            </p:cNvPr>
            <p:cNvSpPr/>
            <p:nvPr/>
          </p:nvSpPr>
          <p:spPr>
            <a:xfrm>
              <a:off x="8830876" y="3429000"/>
              <a:ext cx="3197902" cy="32291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Picture 5" descr="A blue letter with icons on it&#10;&#10;Description automatically generated with medium confidence">
              <a:extLst>
                <a:ext uri="{FF2B5EF4-FFF2-40B4-BE49-F238E27FC236}">
                  <a16:creationId xmlns:a16="http://schemas.microsoft.com/office/drawing/2014/main" id="{D0FDB6D9-F909-F312-FF32-2D08E30C16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873"/>
            <a:stretch/>
          </p:blipFill>
          <p:spPr>
            <a:xfrm>
              <a:off x="8840966" y="3620814"/>
              <a:ext cx="2531284" cy="21933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E8A1CF8-8802-B80E-E4B3-0AD7469F9E5F}"/>
              </a:ext>
            </a:extLst>
          </p:cNvPr>
          <p:cNvSpPr txBox="1"/>
          <p:nvPr/>
        </p:nvSpPr>
        <p:spPr>
          <a:xfrm>
            <a:off x="8620083" y="6005931"/>
            <a:ext cx="33223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293086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Digitize. Distribute. Transform. </a:t>
            </a:r>
          </a:p>
        </p:txBody>
      </p:sp>
    </p:spTree>
    <p:extLst>
      <p:ext uri="{BB962C8B-B14F-4D97-AF65-F5344CB8AC3E}">
        <p14:creationId xmlns:p14="http://schemas.microsoft.com/office/powerpoint/2010/main" val="37844453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c05dd0-0c51-4278-a671-d297d7ad3997">
      <Terms xmlns="http://schemas.microsoft.com/office/infopath/2007/PartnerControls"/>
    </lcf76f155ced4ddcb4097134ff3c332f>
    <TaxCatchAll xmlns="292d0dc2-e599-4ea9-b5ef-33bfd71295c7" xsi:nil="true"/>
    <_dlc_DocId xmlns="0d0ec9b3-607d-4f9d-885a-090f6fa42f4f">W2KQCMMCEJNC-1710519927-79112</_dlc_DocId>
    <_dlc_DocIdUrl xmlns="0d0ec9b3-607d-4f9d-885a-090f6fa42f4f">
      <Url>https://unilever.sharepoint.com/teams/LeverEdgeDMS/_layouts/15/DocIdRedir.aspx?ID=W2KQCMMCEJNC-1710519927-79112</Url>
      <Description>W2KQCMMCEJNC-1710519927-79112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6E5B4AE48C04496A9A070D85AF25A" ma:contentTypeVersion="19" ma:contentTypeDescription="Create a new document." ma:contentTypeScope="" ma:versionID="c2f69a41c8635bd109abcac97f207e6c">
  <xsd:schema xmlns:xsd="http://www.w3.org/2001/XMLSchema" xmlns:xs="http://www.w3.org/2001/XMLSchema" xmlns:p="http://schemas.microsoft.com/office/2006/metadata/properties" xmlns:ns3="0d0ec9b3-607d-4f9d-885a-090f6fa42f4f" xmlns:ns4="d8c05dd0-0c51-4278-a671-d297d7ad3997" xmlns:ns5="292d0dc2-e599-4ea9-b5ef-33bfd71295c7" targetNamespace="http://schemas.microsoft.com/office/2006/metadata/properties" ma:root="true" ma:fieldsID="dbc1443d0ac86386508724632cfa1ed0" ns3:_="" ns4:_="" ns5:_="">
    <xsd:import namespace="0d0ec9b3-607d-4f9d-885a-090f6fa42f4f"/>
    <xsd:import namespace="d8c05dd0-0c51-4278-a671-d297d7ad3997"/>
    <xsd:import namespace="292d0dc2-e599-4ea9-b5ef-33bfd71295c7"/>
    <xsd:element name="properties">
      <xsd:complexType>
        <xsd:sequence>
          <xsd:element name="documentManagement">
            <xsd:complexType>
              <xsd:all>
                <xsd:element ref="ns3:_dlc_DocId" minOccurs="0"/>
                <xsd:element ref="ns3:_dlc_DocIdUrl" minOccurs="0"/>
                <xsd:element ref="ns3:_dlc_DocIdPersistId" minOccurs="0"/>
                <xsd:element ref="ns3:SharedWithUsers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lcf76f155ced4ddcb4097134ff3c332f" minOccurs="0"/>
                <xsd:element ref="ns5:TaxCatchAll" minOccurs="0"/>
                <xsd:element ref="ns4:MediaServiceObjectDetectorVersion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0ec9b3-607d-4f9d-885a-090f6fa42f4f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05dd0-0c51-4278-a671-d297d7ad3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b7f554e9-a963-4179-93d8-b97c197401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d0dc2-e599-4ea9-b5ef-33bfd71295c7" elementFormDefault="qualified">
    <xsd:import namespace="http://schemas.microsoft.com/office/2006/documentManagement/types"/>
    <xsd:import namespace="http://schemas.microsoft.com/office/infopath/2007/PartnerControls"/>
    <xsd:element name="TaxCatchAll" ma:index="26" nillable="true" ma:displayName="Taxonomy Catch All Column" ma:hidden="true" ma:list="{6711fccb-0e73-40f5-b18b-448009c794dc}" ma:internalName="TaxCatchAll" ma:showField="CatchAllData" ma:web="0d0ec9b3-607d-4f9d-885a-090f6fa42f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8" ma:displayName="Author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DA524B-041A-41E2-BD74-6CF20893369E}">
  <ds:schemaRefs>
    <ds:schemaRef ds:uri="http://schemas.microsoft.com/office/2006/metadata/properties"/>
    <ds:schemaRef ds:uri="http://schemas.microsoft.com/office/infopath/2007/PartnerControls"/>
    <ds:schemaRef ds:uri="d8c05dd0-0c51-4278-a671-d297d7ad3997"/>
    <ds:schemaRef ds:uri="292d0dc2-e599-4ea9-b5ef-33bfd71295c7"/>
    <ds:schemaRef ds:uri="0d0ec9b3-607d-4f9d-885a-090f6fa42f4f"/>
  </ds:schemaRefs>
</ds:datastoreItem>
</file>

<file path=customXml/itemProps2.xml><?xml version="1.0" encoding="utf-8"?>
<ds:datastoreItem xmlns:ds="http://schemas.openxmlformats.org/officeDocument/2006/customXml" ds:itemID="{89DB1965-30CF-47AE-9034-F05A7F8D61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82161-B640-40B1-A898-C6B9D2A40AA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052D822-7F23-4F26-90B5-B77C002AAE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0ec9b3-607d-4f9d-885a-090f6fa42f4f"/>
    <ds:schemaRef ds:uri="d8c05dd0-0c51-4278-a671-d297d7ad3997"/>
    <ds:schemaRef ds:uri="292d0dc2-e599-4ea9-b5ef-33bfd71295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3387</TotalTime>
  <Words>3030</Words>
  <Application>Microsoft Office PowerPoint</Application>
  <PresentationFormat>Widescreen</PresentationFormat>
  <Paragraphs>241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Poppins</vt:lpstr>
      <vt:lpstr>Rubik</vt:lpstr>
      <vt:lpstr>Unilever Shilling</vt:lpstr>
      <vt:lpstr>Unilever Shilling Medium</vt:lpstr>
      <vt:lpstr>Wingdings</vt:lpstr>
      <vt:lpstr>Office Theme</vt:lpstr>
      <vt:lpstr>PJP Master – DCODE: User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PJP Master – DCODE: User Guide</dc:title>
  <dc:creator>Saakshi Srivastava</dc:creator>
  <cp:lastModifiedBy>Hafsa Channa</cp:lastModifiedBy>
  <cp:revision>352</cp:revision>
  <dcterms:created xsi:type="dcterms:W3CDTF">2024-08-01T08:49:50Z</dcterms:created>
  <dcterms:modified xsi:type="dcterms:W3CDTF">2026-09-02T05:24:09Z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0x010100D086E5B4AE48C04496A9A070D85AF25A</vt:lpwstr>
  </property>
  <property fmtid="{D5CDD505-2E9C-101B-9397-08002B2CF9AE}" pid="3" name="_dlc_DocIdItemGuid">
    <vt:lpwstr>005a9ef4-36ce-438f-adfa-e7535d2f3c7e</vt:lpwstr>
  </property>
  <property fmtid="{D5CDD505-2E9C-101B-9397-08002B2CF9AE}" pid="4" name="MediaServiceImageTags">
    <vt:lpwstr/>
  </property>
  <property fmtid="{D5CDD505-2E9C-101B-9397-08002B2CF9AE}" pid="5" name="ArticulateGUID">
    <vt:lpwstr>1DAE3925-AEC2-4F24-9663-9D9E58EDCC12</vt:lpwstr>
  </property>
  <property fmtid="{D5CDD505-2E9C-101B-9397-08002B2CF9AE}" pid="6" name="ArticulatePath">
    <vt:lpwstr>PJP changes</vt:lpwstr>
  </property>
</Properties>
</file>